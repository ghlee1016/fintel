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6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5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4683B-3AAB-4193-BEC2-6EF67A00349C}" v="17" dt="2026-04-30T09:34:05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264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희석 황" userId="1344bc0b7afb11dd" providerId="LiveId" clId="{14CEA08E-1448-44CA-9C8D-2EBC1D86494C}"/>
    <pc:docChg chg="custSel addSld delSld modSld sldOrd">
      <pc:chgData name="희석 황" userId="1344bc0b7afb11dd" providerId="LiveId" clId="{14CEA08E-1448-44CA-9C8D-2EBC1D86494C}" dt="2026-04-30T09:59:56.959" v="3981" actId="20577"/>
      <pc:docMkLst>
        <pc:docMk/>
      </pc:docMkLst>
      <pc:sldChg chg="modSp mod">
        <pc:chgData name="희석 황" userId="1344bc0b7afb11dd" providerId="LiveId" clId="{14CEA08E-1448-44CA-9C8D-2EBC1D86494C}" dt="2026-04-30T08:32:18.093" v="96" actId="1076"/>
        <pc:sldMkLst>
          <pc:docMk/>
          <pc:sldMk cId="0" sldId="256"/>
        </pc:sldMkLst>
        <pc:spChg chg="mod">
          <ac:chgData name="희석 황" userId="1344bc0b7afb11dd" providerId="LiveId" clId="{14CEA08E-1448-44CA-9C8D-2EBC1D86494C}" dt="2026-04-30T08:32:04.094" v="43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희석 황" userId="1344bc0b7afb11dd" providerId="LiveId" clId="{14CEA08E-1448-44CA-9C8D-2EBC1D86494C}" dt="2026-04-30T08:32:17.475" v="95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4-30T08:32:18.093" v="96" actId="1076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희석 황" userId="1344bc0b7afb11dd" providerId="LiveId" clId="{14CEA08E-1448-44CA-9C8D-2EBC1D86494C}" dt="2026-04-30T08:34:07.185" v="459" actId="20577"/>
        <pc:sldMkLst>
          <pc:docMk/>
          <pc:sldMk cId="0" sldId="258"/>
        </pc:sldMkLst>
        <pc:spChg chg="mod">
          <ac:chgData name="희석 황" userId="1344bc0b7afb11dd" providerId="LiveId" clId="{14CEA08E-1448-44CA-9C8D-2EBC1D86494C}" dt="2026-04-30T08:31:28.281" v="19" actId="404"/>
          <ac:spMkLst>
            <pc:docMk/>
            <pc:sldMk cId="0" sldId="258"/>
            <ac:spMk id="8" creationId="{00000000-0000-0000-0000-000000000000}"/>
          </ac:spMkLst>
        </pc:spChg>
        <pc:spChg chg="del">
          <ac:chgData name="희석 황" userId="1344bc0b7afb11dd" providerId="LiveId" clId="{14CEA08E-1448-44CA-9C8D-2EBC1D86494C}" dt="2026-04-30T08:31:37.069" v="20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희석 황" userId="1344bc0b7afb11dd" providerId="LiveId" clId="{14CEA08E-1448-44CA-9C8D-2EBC1D86494C}" dt="2026-04-30T08:31:37.069" v="20" actId="478"/>
          <ac:spMkLst>
            <pc:docMk/>
            <pc:sldMk cId="0" sldId="258"/>
            <ac:spMk id="14" creationId="{00000000-0000-0000-0000-000000000000}"/>
          </ac:spMkLst>
        </pc:spChg>
        <pc:spChg chg="add mod">
          <ac:chgData name="희석 황" userId="1344bc0b7afb11dd" providerId="LiveId" clId="{14CEA08E-1448-44CA-9C8D-2EBC1D86494C}" dt="2026-04-30T08:34:07.185" v="459" actId="20577"/>
          <ac:spMkLst>
            <pc:docMk/>
            <pc:sldMk cId="0" sldId="258"/>
            <ac:spMk id="17" creationId="{91DA83AC-5F63-3B53-8446-5B0B6F60BA1E}"/>
          </ac:spMkLst>
        </pc:spChg>
        <pc:graphicFrameChg chg="del">
          <ac:chgData name="희석 황" userId="1344bc0b7afb11dd" providerId="LiveId" clId="{14CEA08E-1448-44CA-9C8D-2EBC1D86494C}" dt="2026-04-30T08:31:37.069" v="20" actId="478"/>
          <ac:graphicFrameMkLst>
            <pc:docMk/>
            <pc:sldMk cId="0" sldId="258"/>
            <ac:graphicFrameMk id="13" creationId="{00000000-0000-0000-0000-000000000000}"/>
          </ac:graphicFrameMkLst>
        </pc:graphicFrameChg>
      </pc:sldChg>
      <pc:sldChg chg="addSp delSp modSp mod">
        <pc:chgData name="희석 황" userId="1344bc0b7afb11dd" providerId="LiveId" clId="{14CEA08E-1448-44CA-9C8D-2EBC1D86494C}" dt="2026-04-30T08:35:40.328" v="465" actId="21"/>
        <pc:sldMkLst>
          <pc:docMk/>
          <pc:sldMk cId="0" sldId="259"/>
        </pc:sldMkLst>
        <pc:spChg chg="add del mod">
          <ac:chgData name="희석 황" userId="1344bc0b7afb11dd" providerId="LiveId" clId="{14CEA08E-1448-44CA-9C8D-2EBC1D86494C}" dt="2026-04-30T08:35:40.328" v="465" actId="21"/>
          <ac:spMkLst>
            <pc:docMk/>
            <pc:sldMk cId="0" sldId="259"/>
            <ac:spMk id="9" creationId="{24D41046-CEB8-52E0-2E53-2FEDEFC6314D}"/>
          </ac:spMkLst>
        </pc:spChg>
      </pc:sldChg>
      <pc:sldChg chg="delSp mod">
        <pc:chgData name="희석 황" userId="1344bc0b7afb11dd" providerId="LiveId" clId="{14CEA08E-1448-44CA-9C8D-2EBC1D86494C}" dt="2026-04-30T08:31:43.975" v="21" actId="478"/>
        <pc:sldMkLst>
          <pc:docMk/>
          <pc:sldMk cId="0" sldId="265"/>
        </pc:sldMkLst>
        <pc:spChg chg="del">
          <ac:chgData name="희석 황" userId="1344bc0b7afb11dd" providerId="LiveId" clId="{14CEA08E-1448-44CA-9C8D-2EBC1D86494C}" dt="2026-04-30T08:31:43.975" v="21" actId="478"/>
          <ac:spMkLst>
            <pc:docMk/>
            <pc:sldMk cId="0" sldId="265"/>
            <ac:spMk id="7" creationId="{00000000-0000-0000-0000-000000000000}"/>
          </ac:spMkLst>
        </pc:spChg>
      </pc:sldChg>
      <pc:sldChg chg="addSp delSp modSp mod">
        <pc:chgData name="희석 황" userId="1344bc0b7afb11dd" providerId="LiveId" clId="{14CEA08E-1448-44CA-9C8D-2EBC1D86494C}" dt="2026-04-30T08:28:54.122" v="18" actId="20577"/>
        <pc:sldMkLst>
          <pc:docMk/>
          <pc:sldMk cId="0" sldId="273"/>
        </pc:sldMkLst>
        <pc:spChg chg="mod">
          <ac:chgData name="희석 황" userId="1344bc0b7afb11dd" providerId="LiveId" clId="{14CEA08E-1448-44CA-9C8D-2EBC1D86494C}" dt="2026-04-30T08:28:48.294" v="13" actId="14100"/>
          <ac:spMkLst>
            <pc:docMk/>
            <pc:sldMk cId="0" sldId="273"/>
            <ac:spMk id="8" creationId="{00000000-0000-0000-0000-000000000000}"/>
          </ac:spMkLst>
        </pc:spChg>
        <pc:spChg chg="mod">
          <ac:chgData name="희석 황" userId="1344bc0b7afb11dd" providerId="LiveId" clId="{14CEA08E-1448-44CA-9C8D-2EBC1D86494C}" dt="2026-04-30T08:27:40.078" v="10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희석 황" userId="1344bc0b7afb11dd" providerId="LiveId" clId="{14CEA08E-1448-44CA-9C8D-2EBC1D86494C}" dt="2026-04-30T08:28:54.122" v="18" actId="20577"/>
          <ac:spMkLst>
            <pc:docMk/>
            <pc:sldMk cId="0" sldId="273"/>
            <ac:spMk id="10" creationId="{00000000-0000-0000-0000-000000000000}"/>
          </ac:spMkLst>
        </pc:spChg>
        <pc:spChg chg="del">
          <ac:chgData name="희석 황" userId="1344bc0b7afb11dd" providerId="LiveId" clId="{14CEA08E-1448-44CA-9C8D-2EBC1D86494C}" dt="2026-04-30T08:27:03.327" v="1" actId="478"/>
          <ac:spMkLst>
            <pc:docMk/>
            <pc:sldMk cId="0" sldId="273"/>
            <ac:spMk id="11" creationId="{00000000-0000-0000-0000-000000000000}"/>
          </ac:spMkLst>
        </pc:spChg>
        <pc:spChg chg="del mod">
          <ac:chgData name="희석 황" userId="1344bc0b7afb11dd" providerId="LiveId" clId="{14CEA08E-1448-44CA-9C8D-2EBC1D86494C}" dt="2026-04-30T08:27:03.327" v="1" actId="478"/>
          <ac:spMkLst>
            <pc:docMk/>
            <pc:sldMk cId="0" sldId="273"/>
            <ac:spMk id="12" creationId="{00000000-0000-0000-0000-000000000000}"/>
          </ac:spMkLst>
        </pc:spChg>
        <pc:picChg chg="add mod">
          <ac:chgData name="희석 황" userId="1344bc0b7afb11dd" providerId="LiveId" clId="{14CEA08E-1448-44CA-9C8D-2EBC1D86494C}" dt="2026-04-30T08:27:43.175" v="12" actId="1076"/>
          <ac:picMkLst>
            <pc:docMk/>
            <pc:sldMk cId="0" sldId="273"/>
            <ac:picMk id="15" creationId="{7B075E61-8AE9-A233-A26C-D7F2F2474B73}"/>
          </ac:picMkLst>
        </pc:picChg>
      </pc:sldChg>
      <pc:sldChg chg="addSp delSp modSp add mod">
        <pc:chgData name="희석 황" userId="1344bc0b7afb11dd" providerId="LiveId" clId="{14CEA08E-1448-44CA-9C8D-2EBC1D86494C}" dt="2026-04-30T08:50:26.051" v="1882"/>
        <pc:sldMkLst>
          <pc:docMk/>
          <pc:sldMk cId="160162817" sldId="274"/>
        </pc:sldMkLst>
        <pc:spChg chg="mod">
          <ac:chgData name="희석 황" userId="1344bc0b7afb11dd" providerId="LiveId" clId="{14CEA08E-1448-44CA-9C8D-2EBC1D86494C}" dt="2026-04-30T08:46:46.219" v="1490" actId="1076"/>
          <ac:spMkLst>
            <pc:docMk/>
            <pc:sldMk cId="160162817" sldId="274"/>
            <ac:spMk id="3" creationId="{870DBBAA-8572-DB18-F7EC-2A549FADFFDA}"/>
          </ac:spMkLst>
        </pc:spChg>
        <pc:spChg chg="del">
          <ac:chgData name="희석 황" userId="1344bc0b7afb11dd" providerId="LiveId" clId="{14CEA08E-1448-44CA-9C8D-2EBC1D86494C}" dt="2026-04-30T08:36:21.310" v="467" actId="478"/>
          <ac:spMkLst>
            <pc:docMk/>
            <pc:sldMk cId="160162817" sldId="274"/>
            <ac:spMk id="4" creationId="{9E8E5E8A-1EC0-73CE-FD75-985DAE90BC7B}"/>
          </ac:spMkLst>
        </pc:spChg>
        <pc:spChg chg="add del mod">
          <ac:chgData name="희석 황" userId="1344bc0b7afb11dd" providerId="LiveId" clId="{14CEA08E-1448-44CA-9C8D-2EBC1D86494C}" dt="2026-04-30T08:49:08.720" v="1756"/>
          <ac:spMkLst>
            <pc:docMk/>
            <pc:sldMk cId="160162817" sldId="274"/>
            <ac:spMk id="9" creationId="{B69ADF7A-5E42-E08F-FDFA-2B726A2CF877}"/>
          </ac:spMkLst>
        </pc:spChg>
        <pc:spChg chg="add del mod">
          <ac:chgData name="희석 황" userId="1344bc0b7afb11dd" providerId="LiveId" clId="{14CEA08E-1448-44CA-9C8D-2EBC1D86494C}" dt="2026-04-30T08:50:25.989" v="1764"/>
          <ac:spMkLst>
            <pc:docMk/>
            <pc:sldMk cId="160162817" sldId="274"/>
            <ac:spMk id="10" creationId="{484653B7-2366-4105-8A48-24174DB5E1E0}"/>
          </ac:spMkLst>
        </pc:spChg>
        <pc:spChg chg="add del mod">
          <ac:chgData name="희석 황" userId="1344bc0b7afb11dd" providerId="LiveId" clId="{14CEA08E-1448-44CA-9C8D-2EBC1D86494C}" dt="2026-04-30T08:50:25.989" v="1765"/>
          <ac:spMkLst>
            <pc:docMk/>
            <pc:sldMk cId="160162817" sldId="274"/>
            <ac:spMk id="11" creationId="{FA2BFFFD-7DC9-42E8-8A5F-11EB8BC0F52D}"/>
          </ac:spMkLst>
        </pc:spChg>
        <pc:spChg chg="add mod">
          <ac:chgData name="희석 황" userId="1344bc0b7afb11dd" providerId="LiveId" clId="{14CEA08E-1448-44CA-9C8D-2EBC1D86494C}" dt="2026-04-30T08:50:26.006" v="1769"/>
          <ac:spMkLst>
            <pc:docMk/>
            <pc:sldMk cId="160162817" sldId="274"/>
            <ac:spMk id="12" creationId="{8CAA5797-2A27-43BE-9B00-496354677169}"/>
          </ac:spMkLst>
        </pc:spChg>
        <pc:spChg chg="add mod">
          <ac:chgData name="희석 황" userId="1344bc0b7afb11dd" providerId="LiveId" clId="{14CEA08E-1448-44CA-9C8D-2EBC1D86494C}" dt="2026-04-30T08:50:26.007" v="1772"/>
          <ac:spMkLst>
            <pc:docMk/>
            <pc:sldMk cId="160162817" sldId="274"/>
            <ac:spMk id="13" creationId="{047E81B4-B996-4E5A-AB5C-7A61302E047E}"/>
          </ac:spMkLst>
        </pc:spChg>
        <pc:spChg chg="add mod">
          <ac:chgData name="희석 황" userId="1344bc0b7afb11dd" providerId="LiveId" clId="{14CEA08E-1448-44CA-9C8D-2EBC1D86494C}" dt="2026-04-30T08:50:26.010" v="1782"/>
          <ac:spMkLst>
            <pc:docMk/>
            <pc:sldMk cId="160162817" sldId="274"/>
            <ac:spMk id="14" creationId="{36260C1A-5FB0-4FE7-A8F3-21695F15D541}"/>
          </ac:spMkLst>
        </pc:spChg>
        <pc:spChg chg="add mod">
          <ac:chgData name="희석 황" userId="1344bc0b7afb11dd" providerId="LiveId" clId="{14CEA08E-1448-44CA-9C8D-2EBC1D86494C}" dt="2026-04-30T08:50:26.014" v="1788"/>
          <ac:spMkLst>
            <pc:docMk/>
            <pc:sldMk cId="160162817" sldId="274"/>
            <ac:spMk id="15" creationId="{8D3D7E35-D7E9-4989-9AF4-E88DBC07FA17}"/>
          </ac:spMkLst>
        </pc:spChg>
        <pc:spChg chg="add mod">
          <ac:chgData name="희석 황" userId="1344bc0b7afb11dd" providerId="LiveId" clId="{14CEA08E-1448-44CA-9C8D-2EBC1D86494C}" dt="2026-04-30T08:50:26.017" v="1792"/>
          <ac:spMkLst>
            <pc:docMk/>
            <pc:sldMk cId="160162817" sldId="274"/>
            <ac:spMk id="16" creationId="{B4CD7DF7-4501-4EAB-B251-C6FE3E44E7FA}"/>
          </ac:spMkLst>
        </pc:spChg>
        <pc:spChg chg="add mod">
          <ac:chgData name="희석 황" userId="1344bc0b7afb11dd" providerId="LiveId" clId="{14CEA08E-1448-44CA-9C8D-2EBC1D86494C}" dt="2026-04-30T08:50:26.017" v="1795"/>
          <ac:spMkLst>
            <pc:docMk/>
            <pc:sldMk cId="160162817" sldId="274"/>
            <ac:spMk id="17" creationId="{29FFF234-D236-45BA-BA4B-59A0DB9F3B14}"/>
          </ac:spMkLst>
        </pc:spChg>
        <pc:spChg chg="add mod">
          <ac:chgData name="희석 황" userId="1344bc0b7afb11dd" providerId="LiveId" clId="{14CEA08E-1448-44CA-9C8D-2EBC1D86494C}" dt="2026-04-30T08:50:26.019" v="1800"/>
          <ac:spMkLst>
            <pc:docMk/>
            <pc:sldMk cId="160162817" sldId="274"/>
            <ac:spMk id="18" creationId="{F327687D-0267-46AB-8667-A4B74D965E2B}"/>
          </ac:spMkLst>
        </pc:spChg>
        <pc:spChg chg="add mod">
          <ac:chgData name="희석 황" userId="1344bc0b7afb11dd" providerId="LiveId" clId="{14CEA08E-1448-44CA-9C8D-2EBC1D86494C}" dt="2026-04-30T08:50:26.021" v="1804"/>
          <ac:spMkLst>
            <pc:docMk/>
            <pc:sldMk cId="160162817" sldId="274"/>
            <ac:spMk id="19" creationId="{29D3100C-7180-4DC3-AB75-D44376BD3DAD}"/>
          </ac:spMkLst>
        </pc:spChg>
        <pc:spChg chg="add mod">
          <ac:chgData name="희석 황" userId="1344bc0b7afb11dd" providerId="LiveId" clId="{14CEA08E-1448-44CA-9C8D-2EBC1D86494C}" dt="2026-04-30T08:50:26.022" v="1808"/>
          <ac:spMkLst>
            <pc:docMk/>
            <pc:sldMk cId="160162817" sldId="274"/>
            <ac:spMk id="20" creationId="{4D0BCA0F-D036-490F-9B5D-7FBA207902FA}"/>
          </ac:spMkLst>
        </pc:spChg>
        <pc:spChg chg="add mod">
          <ac:chgData name="희석 황" userId="1344bc0b7afb11dd" providerId="LiveId" clId="{14CEA08E-1448-44CA-9C8D-2EBC1D86494C}" dt="2026-04-30T08:50:26.023" v="1811"/>
          <ac:spMkLst>
            <pc:docMk/>
            <pc:sldMk cId="160162817" sldId="274"/>
            <ac:spMk id="21" creationId="{8FE632F6-E285-4E48-A729-408F108889F6}"/>
          </ac:spMkLst>
        </pc:spChg>
        <pc:spChg chg="add mod">
          <ac:chgData name="희석 황" userId="1344bc0b7afb11dd" providerId="LiveId" clId="{14CEA08E-1448-44CA-9C8D-2EBC1D86494C}" dt="2026-04-30T08:50:26.027" v="1821"/>
          <ac:spMkLst>
            <pc:docMk/>
            <pc:sldMk cId="160162817" sldId="274"/>
            <ac:spMk id="22" creationId="{DACCE5BB-F4A9-4046-A06F-F505C6DB7C0F}"/>
          </ac:spMkLst>
        </pc:spChg>
        <pc:spChg chg="add mod">
          <ac:chgData name="희석 황" userId="1344bc0b7afb11dd" providerId="LiveId" clId="{14CEA08E-1448-44CA-9C8D-2EBC1D86494C}" dt="2026-04-30T08:50:26.029" v="1827"/>
          <ac:spMkLst>
            <pc:docMk/>
            <pc:sldMk cId="160162817" sldId="274"/>
            <ac:spMk id="23" creationId="{D9C77133-4763-40B8-ADC3-E50FC57E4C98}"/>
          </ac:spMkLst>
        </pc:spChg>
        <pc:spChg chg="add mod">
          <ac:chgData name="희석 황" userId="1344bc0b7afb11dd" providerId="LiveId" clId="{14CEA08E-1448-44CA-9C8D-2EBC1D86494C}" dt="2026-04-30T08:50:26.032" v="1831"/>
          <ac:spMkLst>
            <pc:docMk/>
            <pc:sldMk cId="160162817" sldId="274"/>
            <ac:spMk id="24" creationId="{B267EC59-FF32-446B-8163-5948BC43945B}"/>
          </ac:spMkLst>
        </pc:spChg>
        <pc:spChg chg="add mod">
          <ac:chgData name="희석 황" userId="1344bc0b7afb11dd" providerId="LiveId" clId="{14CEA08E-1448-44CA-9C8D-2EBC1D86494C}" dt="2026-04-30T08:50:26.033" v="1834"/>
          <ac:spMkLst>
            <pc:docMk/>
            <pc:sldMk cId="160162817" sldId="274"/>
            <ac:spMk id="25" creationId="{80CDB11B-DCA5-40DC-BDE7-94BF3B27CD0D}"/>
          </ac:spMkLst>
        </pc:spChg>
        <pc:spChg chg="add mod">
          <ac:chgData name="희석 황" userId="1344bc0b7afb11dd" providerId="LiveId" clId="{14CEA08E-1448-44CA-9C8D-2EBC1D86494C}" dt="2026-04-30T08:50:26.035" v="1839"/>
          <ac:spMkLst>
            <pc:docMk/>
            <pc:sldMk cId="160162817" sldId="274"/>
            <ac:spMk id="26" creationId="{DCEAED55-BD0F-475D-95BC-377B6705B6B6}"/>
          </ac:spMkLst>
        </pc:spChg>
        <pc:spChg chg="add mod">
          <ac:chgData name="희석 황" userId="1344bc0b7afb11dd" providerId="LiveId" clId="{14CEA08E-1448-44CA-9C8D-2EBC1D86494C}" dt="2026-04-30T08:50:26.037" v="1843"/>
          <ac:spMkLst>
            <pc:docMk/>
            <pc:sldMk cId="160162817" sldId="274"/>
            <ac:spMk id="27" creationId="{BF226060-B5BB-4153-AA2F-00198386B8BD}"/>
          </ac:spMkLst>
        </pc:spChg>
        <pc:spChg chg="add mod">
          <ac:chgData name="희석 황" userId="1344bc0b7afb11dd" providerId="LiveId" clId="{14CEA08E-1448-44CA-9C8D-2EBC1D86494C}" dt="2026-04-30T08:50:26.038" v="1847"/>
          <ac:spMkLst>
            <pc:docMk/>
            <pc:sldMk cId="160162817" sldId="274"/>
            <ac:spMk id="28" creationId="{4477CF5B-789A-4417-B755-D0007101DF0F}"/>
          </ac:spMkLst>
        </pc:spChg>
        <pc:spChg chg="add mod">
          <ac:chgData name="희석 황" userId="1344bc0b7afb11dd" providerId="LiveId" clId="{14CEA08E-1448-44CA-9C8D-2EBC1D86494C}" dt="2026-04-30T08:50:26.039" v="1850"/>
          <ac:spMkLst>
            <pc:docMk/>
            <pc:sldMk cId="160162817" sldId="274"/>
            <ac:spMk id="29" creationId="{C7F7D3E5-B163-4F73-A188-FEB5972FFA5B}"/>
          </ac:spMkLst>
        </pc:spChg>
        <pc:spChg chg="add mod">
          <ac:chgData name="희석 황" userId="1344bc0b7afb11dd" providerId="LiveId" clId="{14CEA08E-1448-44CA-9C8D-2EBC1D86494C}" dt="2026-04-30T08:50:26.042" v="1860"/>
          <ac:spMkLst>
            <pc:docMk/>
            <pc:sldMk cId="160162817" sldId="274"/>
            <ac:spMk id="30" creationId="{4FC534CF-B40F-4AFF-8A88-82C1AF7D16EF}"/>
          </ac:spMkLst>
        </pc:spChg>
        <pc:spChg chg="add mod">
          <ac:chgData name="희석 황" userId="1344bc0b7afb11dd" providerId="LiveId" clId="{14CEA08E-1448-44CA-9C8D-2EBC1D86494C}" dt="2026-04-30T08:50:26.044" v="1866"/>
          <ac:spMkLst>
            <pc:docMk/>
            <pc:sldMk cId="160162817" sldId="274"/>
            <ac:spMk id="31" creationId="{9AECA553-AB14-47E6-B41A-FCA6AC75B093}"/>
          </ac:spMkLst>
        </pc:spChg>
        <pc:spChg chg="add mod">
          <ac:chgData name="희석 황" userId="1344bc0b7afb11dd" providerId="LiveId" clId="{14CEA08E-1448-44CA-9C8D-2EBC1D86494C}" dt="2026-04-30T08:50:26.046" v="1870"/>
          <ac:spMkLst>
            <pc:docMk/>
            <pc:sldMk cId="160162817" sldId="274"/>
            <ac:spMk id="32" creationId="{95F04FAC-ACBF-4B94-9D04-08E0A80522D5}"/>
          </ac:spMkLst>
        </pc:spChg>
        <pc:spChg chg="add mod">
          <ac:chgData name="희석 황" userId="1344bc0b7afb11dd" providerId="LiveId" clId="{14CEA08E-1448-44CA-9C8D-2EBC1D86494C}" dt="2026-04-30T08:50:26.046" v="1873"/>
          <ac:spMkLst>
            <pc:docMk/>
            <pc:sldMk cId="160162817" sldId="274"/>
            <ac:spMk id="33" creationId="{E4FD9662-684B-41FB-8BF9-87493B159917}"/>
          </ac:spMkLst>
        </pc:spChg>
        <pc:spChg chg="add mod">
          <ac:chgData name="희석 황" userId="1344bc0b7afb11dd" providerId="LiveId" clId="{14CEA08E-1448-44CA-9C8D-2EBC1D86494C}" dt="2026-04-30T08:50:26.049" v="1878"/>
          <ac:spMkLst>
            <pc:docMk/>
            <pc:sldMk cId="160162817" sldId="274"/>
            <ac:spMk id="34" creationId="{44C7B2B8-C0ED-46CC-87DB-91844DB95446}"/>
          </ac:spMkLst>
        </pc:spChg>
        <pc:spChg chg="add mod">
          <ac:chgData name="희석 황" userId="1344bc0b7afb11dd" providerId="LiveId" clId="{14CEA08E-1448-44CA-9C8D-2EBC1D86494C}" dt="2026-04-30T08:50:26.051" v="1882"/>
          <ac:spMkLst>
            <pc:docMk/>
            <pc:sldMk cId="160162817" sldId="274"/>
            <ac:spMk id="35" creationId="{EABED099-ACF6-4629-96BB-9475B6ABF8D0}"/>
          </ac:spMkLst>
        </pc:spChg>
        <pc:graphicFrameChg chg="del">
          <ac:chgData name="희석 황" userId="1344bc0b7afb11dd" providerId="LiveId" clId="{14CEA08E-1448-44CA-9C8D-2EBC1D86494C}" dt="2026-04-30T08:36:26.956" v="484" actId="478"/>
          <ac:graphicFrameMkLst>
            <pc:docMk/>
            <pc:sldMk cId="160162817" sldId="274"/>
            <ac:graphicFrameMk id="6" creationId="{066A5042-7C65-B28A-3D0F-2E46D44EB819}"/>
          </ac:graphicFrameMkLst>
        </pc:graphicFrameChg>
      </pc:sldChg>
      <pc:sldChg chg="add del">
        <pc:chgData name="희석 황" userId="1344bc0b7afb11dd" providerId="LiveId" clId="{14CEA08E-1448-44CA-9C8D-2EBC1D86494C}" dt="2026-04-30T08:34:23.291" v="463"/>
        <pc:sldMkLst>
          <pc:docMk/>
          <pc:sldMk cId="340679717" sldId="274"/>
        </pc:sldMkLst>
      </pc:sldChg>
      <pc:sldChg chg="add del">
        <pc:chgData name="희석 황" userId="1344bc0b7afb11dd" providerId="LiveId" clId="{14CEA08E-1448-44CA-9C8D-2EBC1D86494C}" dt="2026-04-30T08:34:21.353" v="461"/>
        <pc:sldMkLst>
          <pc:docMk/>
          <pc:sldMk cId="3701476102" sldId="274"/>
        </pc:sldMkLst>
      </pc:sldChg>
      <pc:sldChg chg="add del">
        <pc:chgData name="희석 황" userId="1344bc0b7afb11dd" providerId="LiveId" clId="{14CEA08E-1448-44CA-9C8D-2EBC1D86494C}" dt="2026-04-30T08:36:28.051" v="486"/>
        <pc:sldMkLst>
          <pc:docMk/>
          <pc:sldMk cId="93018096" sldId="275"/>
        </pc:sldMkLst>
      </pc:sldChg>
      <pc:sldChg chg="modSp add mod">
        <pc:chgData name="희석 황" userId="1344bc0b7afb11dd" providerId="LiveId" clId="{14CEA08E-1448-44CA-9C8D-2EBC1D86494C}" dt="2026-04-30T09:59:56.959" v="3981" actId="20577"/>
        <pc:sldMkLst>
          <pc:docMk/>
          <pc:sldMk cId="3439439962" sldId="275"/>
        </pc:sldMkLst>
        <pc:spChg chg="mod">
          <ac:chgData name="희석 황" userId="1344bc0b7afb11dd" providerId="LiveId" clId="{14CEA08E-1448-44CA-9C8D-2EBC1D86494C}" dt="2026-04-30T09:34:33.427" v="2001" actId="20577"/>
          <ac:spMkLst>
            <pc:docMk/>
            <pc:sldMk cId="3439439962" sldId="275"/>
            <ac:spMk id="15" creationId="{40616ACC-6CEB-5222-6DEB-23F0EE48586A}"/>
          </ac:spMkLst>
        </pc:spChg>
        <pc:spChg chg="mod">
          <ac:chgData name="희석 황" userId="1344bc0b7afb11dd" providerId="LiveId" clId="{14CEA08E-1448-44CA-9C8D-2EBC1D86494C}" dt="2026-04-30T09:50:45.221" v="2369" actId="20577"/>
          <ac:spMkLst>
            <pc:docMk/>
            <pc:sldMk cId="3439439962" sldId="275"/>
            <ac:spMk id="16" creationId="{1F6255A1-A431-0F71-BD35-68311D77583F}"/>
          </ac:spMkLst>
        </pc:spChg>
        <pc:spChg chg="mod">
          <ac:chgData name="희석 황" userId="1344bc0b7afb11dd" providerId="LiveId" clId="{14CEA08E-1448-44CA-9C8D-2EBC1D86494C}" dt="2026-04-30T09:51:49.859" v="2592" actId="20577"/>
          <ac:spMkLst>
            <pc:docMk/>
            <pc:sldMk cId="3439439962" sldId="275"/>
            <ac:spMk id="19" creationId="{BBDA672C-6A8A-F95D-91B6-1A9DBFA0CD14}"/>
          </ac:spMkLst>
        </pc:spChg>
        <pc:spChg chg="mod">
          <ac:chgData name="희석 황" userId="1344bc0b7afb11dd" providerId="LiveId" clId="{14CEA08E-1448-44CA-9C8D-2EBC1D86494C}" dt="2026-04-30T09:35:36.351" v="2033" actId="20577"/>
          <ac:spMkLst>
            <pc:docMk/>
            <pc:sldMk cId="3439439962" sldId="275"/>
            <ac:spMk id="23" creationId="{D11F5C20-F5DA-4646-C8ED-6755F78800EE}"/>
          </ac:spMkLst>
        </pc:spChg>
        <pc:spChg chg="mod">
          <ac:chgData name="희석 황" userId="1344bc0b7afb11dd" providerId="LiveId" clId="{14CEA08E-1448-44CA-9C8D-2EBC1D86494C}" dt="2026-04-30T09:59:56.959" v="3981" actId="20577"/>
          <ac:spMkLst>
            <pc:docMk/>
            <pc:sldMk cId="3439439962" sldId="275"/>
            <ac:spMk id="24" creationId="{7017CC71-4DDC-446B-49FA-92333E6E8A25}"/>
          </ac:spMkLst>
        </pc:spChg>
        <pc:spChg chg="mod">
          <ac:chgData name="희석 황" userId="1344bc0b7afb11dd" providerId="LiveId" clId="{14CEA08E-1448-44CA-9C8D-2EBC1D86494C}" dt="2026-04-30T09:56:21.797" v="3002" actId="20577"/>
          <ac:spMkLst>
            <pc:docMk/>
            <pc:sldMk cId="3439439962" sldId="275"/>
            <ac:spMk id="27" creationId="{11DFEEFF-80C2-89C8-0172-A45DA01FDCFD}"/>
          </ac:spMkLst>
        </pc:spChg>
        <pc:spChg chg="mod">
          <ac:chgData name="희석 황" userId="1344bc0b7afb11dd" providerId="LiveId" clId="{14CEA08E-1448-44CA-9C8D-2EBC1D86494C}" dt="2026-04-30T09:36:21.999" v="2154" actId="20577"/>
          <ac:spMkLst>
            <pc:docMk/>
            <pc:sldMk cId="3439439962" sldId="275"/>
            <ac:spMk id="31" creationId="{FB6160FD-051F-37BC-DF3A-F74763A8332A}"/>
          </ac:spMkLst>
        </pc:spChg>
        <pc:spChg chg="mod">
          <ac:chgData name="희석 황" userId="1344bc0b7afb11dd" providerId="LiveId" clId="{14CEA08E-1448-44CA-9C8D-2EBC1D86494C}" dt="2026-04-30T09:59:47.961" v="3954" actId="20577"/>
          <ac:spMkLst>
            <pc:docMk/>
            <pc:sldMk cId="3439439962" sldId="275"/>
            <ac:spMk id="32" creationId="{E5D897D2-B843-4CDE-8913-1600437C15CC}"/>
          </ac:spMkLst>
        </pc:spChg>
        <pc:spChg chg="mod">
          <ac:chgData name="희석 황" userId="1344bc0b7afb11dd" providerId="LiveId" clId="{14CEA08E-1448-44CA-9C8D-2EBC1D86494C}" dt="2026-04-30T09:59:44.984" v="3953" actId="20577"/>
          <ac:spMkLst>
            <pc:docMk/>
            <pc:sldMk cId="3439439962" sldId="275"/>
            <ac:spMk id="35" creationId="{E72CEE73-E5BD-88E5-9348-3AAF9D53FEE4}"/>
          </ac:spMkLst>
        </pc:spChg>
      </pc:sldChg>
      <pc:sldChg chg="delSp modSp mod ord">
        <pc:chgData name="희석 황" userId="1344bc0b7afb11dd" providerId="LiveId" clId="{14CEA08E-1448-44CA-9C8D-2EBC1D86494C}" dt="2026-04-30T09:49:02.979" v="2166" actId="20577"/>
        <pc:sldMkLst>
          <pc:docMk/>
          <pc:sldMk cId="0" sldId="276"/>
        </pc:sldMkLst>
        <pc:spChg chg="mod">
          <ac:chgData name="희석 황" userId="1344bc0b7afb11dd" providerId="LiveId" clId="{14CEA08E-1448-44CA-9C8D-2EBC1D86494C}" dt="2026-04-30T09:49:02.979" v="2166" actId="20577"/>
          <ac:spMkLst>
            <pc:docMk/>
            <pc:sldMk cId="0" sldId="276"/>
            <ac:spMk id="8" creationId="{00000000-0000-0000-0000-000000000000}"/>
          </ac:spMkLst>
        </pc:spChg>
        <pc:spChg chg="mod">
          <ac:chgData name="희석 황" userId="1344bc0b7afb11dd" providerId="LiveId" clId="{14CEA08E-1448-44CA-9C8D-2EBC1D86494C}" dt="2026-04-30T09:48:31.728" v="2164" actId="404"/>
          <ac:spMkLst>
            <pc:docMk/>
            <pc:sldMk cId="0" sldId="276"/>
            <ac:spMk id="11" creationId="{00000000-0000-0000-0000-000000000000}"/>
          </ac:spMkLst>
        </pc:spChg>
        <pc:spChg chg="del mod">
          <ac:chgData name="희석 황" userId="1344bc0b7afb11dd" providerId="LiveId" clId="{14CEA08E-1448-44CA-9C8D-2EBC1D86494C}" dt="2026-04-30T09:48:26.172" v="2162" actId="478"/>
          <ac:spMkLst>
            <pc:docMk/>
            <pc:sldMk cId="0" sldId="276"/>
            <ac:spMk id="12" creationId="{00000000-0000-0000-0000-000000000000}"/>
          </ac:spMkLst>
        </pc:spChg>
        <pc:spChg chg="mod">
          <ac:chgData name="희석 황" userId="1344bc0b7afb11dd" providerId="LiveId" clId="{14CEA08E-1448-44CA-9C8D-2EBC1D86494C}" dt="2026-04-30T09:48:29.097" v="2163" actId="1076"/>
          <ac:spMkLst>
            <pc:docMk/>
            <pc:sldMk cId="0" sldId="276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103120"/>
            <a:ext cx="109728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37215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 dirty="0">
                <a:solidFill>
                  <a:srgbClr val="1F2A3A"/>
                </a:solidFill>
                <a:latin typeface="Calibri"/>
              </a:rPr>
              <a:t>FINTEL — </a:t>
            </a:r>
            <a:r>
              <a:rPr lang="ko-KR" altLang="en-US" sz="4200" b="1" i="0" dirty="0">
                <a:solidFill>
                  <a:srgbClr val="1F2A3A"/>
                </a:solidFill>
                <a:latin typeface="Calibri"/>
              </a:rPr>
              <a:t>국가별 주가 </a:t>
            </a:r>
            <a:r>
              <a:rPr sz="4200" b="1" i="0" dirty="0" err="1">
                <a:solidFill>
                  <a:srgbClr val="1F2A3A"/>
                </a:solidFill>
                <a:latin typeface="Calibri"/>
              </a:rPr>
              <a:t>변동성</a:t>
            </a:r>
            <a:r>
              <a:rPr sz="4200" b="1" i="0" dirty="0">
                <a:solidFill>
                  <a:srgbClr val="1F2A3A"/>
                </a:solidFill>
                <a:latin typeface="Calibri"/>
              </a:rPr>
              <a:t> </a:t>
            </a:r>
            <a:r>
              <a:rPr sz="4200" b="1" i="0" dirty="0" err="1">
                <a:solidFill>
                  <a:srgbClr val="1F2A3A"/>
                </a:solidFill>
                <a:latin typeface="Calibri"/>
              </a:rPr>
              <a:t>예측</a:t>
            </a:r>
            <a:endParaRPr sz="4200" b="1" i="0" dirty="0">
              <a:solidFill>
                <a:srgbClr val="1F2A3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63721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 dirty="0">
                <a:solidFill>
                  <a:srgbClr val="1E3A5F"/>
                </a:solidFill>
                <a:latin typeface="Calibri"/>
              </a:rPr>
              <a:t>RMSE_CV </a:t>
            </a:r>
            <a:r>
              <a:rPr sz="1800" b="0" i="0" dirty="0" err="1">
                <a:solidFill>
                  <a:srgbClr val="1E3A5F"/>
                </a:solidFill>
                <a:latin typeface="Calibri"/>
              </a:rPr>
              <a:t>비교</a:t>
            </a:r>
            <a:r>
              <a:rPr sz="1800" b="0" i="0" dirty="0">
                <a:solidFill>
                  <a:srgbClr val="1E3A5F"/>
                </a:solidFill>
                <a:latin typeface="Calibri"/>
              </a:rPr>
              <a:t>: ML vs </a:t>
            </a:r>
            <a:r>
              <a:rPr sz="1800" b="0" i="0" dirty="0" err="1">
                <a:solidFill>
                  <a:srgbClr val="1E3A5F"/>
                </a:solidFill>
                <a:latin typeface="Calibri"/>
              </a:rPr>
              <a:t>금융모형</a:t>
            </a:r>
            <a:r>
              <a:rPr sz="1800" b="0" i="0" dirty="0">
                <a:solidFill>
                  <a:srgbClr val="1E3A5F"/>
                </a:solidFill>
                <a:latin typeface="Calibri"/>
              </a:rPr>
              <a:t> + </a:t>
            </a:r>
            <a:r>
              <a:rPr lang="en-US" sz="1800" b="0" i="0" dirty="0">
                <a:solidFill>
                  <a:srgbClr val="1E3A5F"/>
                </a:solidFill>
                <a:latin typeface="Calibri"/>
              </a:rPr>
              <a:t>3 Tier </a:t>
            </a:r>
            <a:r>
              <a:rPr lang="ko-KR" altLang="en-US" sz="1800" b="0" i="0" dirty="0">
                <a:solidFill>
                  <a:srgbClr val="1E3A5F"/>
                </a:solidFill>
                <a:latin typeface="Calibri"/>
              </a:rPr>
              <a:t>데이터세트 효과 분석</a:t>
            </a:r>
            <a:endParaRPr sz="1800" b="0" i="0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4077970"/>
            <a:ext cx="106372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평시 / 9·11 / GFC / COVID  ×  S&amp;P 500 / KOSPI / Nikkei 225  ×  static / expanding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7 모델 (HAR-RV · GARCH · Ridge · ElasticNet · Huber · LightGBM · XGBoost)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194560"/>
            <a:ext cx="109728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1F2A3A"/>
                </a:solidFill>
                <a:latin typeface="Calibri"/>
              </a:rPr>
              <a:t>ML vs 금융모형 — RMSE_CV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1063721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Full Test phase 기준, ML은 Extended tier 사용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7 모델 비교: HAR-RV · GARCH · Ridge · ElasticNet · Huber · LightGBM · XGBoost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시장 3 (US/KR/JP) × 프로토콜 2 (static/expanding) = 6 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 dirty="0">
                <a:solidFill>
                  <a:srgbClr val="1F2A3A"/>
                </a:solidFill>
                <a:latin typeface="Calibri"/>
              </a:rPr>
              <a:t>왜 RMSE_CV </a:t>
            </a:r>
            <a:r>
              <a:rPr sz="2200" b="1" i="0" dirty="0" err="1">
                <a:solidFill>
                  <a:srgbClr val="1F2A3A"/>
                </a:solidFill>
                <a:latin typeface="Calibri"/>
              </a:rPr>
              <a:t>인가</a:t>
            </a:r>
            <a:r>
              <a:rPr sz="2200" b="1" i="0" dirty="0">
                <a:solidFill>
                  <a:srgbClr val="1F2A3A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시장·구간 간 공정한 비교를 위한 정규화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303520" cy="1828800"/>
          </a:xfrm>
          <a:prstGeom prst="rect">
            <a:avLst/>
          </a:prstGeom>
          <a:solidFill>
            <a:srgbClr val="E8EEF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7548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F2A3A"/>
                </a:solidFill>
                <a:latin typeface="Consolas"/>
              </a:rPr>
              <a:t>RMSE_CV  =  RMSE  /  mean(</a:t>
            </a:r>
            <a:r>
              <a:rPr sz="2000" b="1" i="0" dirty="0" err="1">
                <a:solidFill>
                  <a:srgbClr val="1F2A3A"/>
                </a:solidFill>
                <a:latin typeface="Consolas"/>
              </a:rPr>
              <a:t>y_true</a:t>
            </a:r>
            <a:r>
              <a:rPr sz="2000" b="1" i="0" dirty="0">
                <a:solidFill>
                  <a:srgbClr val="1F2A3A"/>
                </a:solidFill>
                <a:latin typeface="Consolas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Coefficient of Variation of RMSE — 무차원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왜 사용?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3035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시장별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평균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RV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스케일이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다름</a:t>
            </a:r>
            <a:endParaRPr sz="14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1F2A3A"/>
                </a:solidFill>
                <a:latin typeface="Calibri"/>
              </a:rPr>
              <a:t>   (예: KR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평균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≈ 0.53,  JP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평균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≈ 0.83)</a:t>
            </a:r>
          </a:p>
          <a:p>
            <a:pPr algn="l">
              <a:spcAft>
                <a:spcPts val="200"/>
              </a:spcAft>
            </a:pPr>
            <a:endParaRPr sz="14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같은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RMSE 0.2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라도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KR=38% / JP=24%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의미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다름</a:t>
            </a:r>
            <a:endParaRPr sz="14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endParaRPr sz="14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1F2A3A"/>
                </a:solidFill>
                <a:latin typeface="Calibri"/>
              </a:rPr>
              <a:t>·  RMSE_CV 가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분모로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평균을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나눠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스케일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정규화</a:t>
            </a:r>
            <a:endParaRPr sz="14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1F2A3A"/>
                </a:solidFill>
                <a:latin typeface="Calibri"/>
              </a:rPr>
              <a:t>   →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시장·구간·모델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간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직접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비교</a:t>
            </a:r>
            <a:r>
              <a:rPr sz="14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F2A3A"/>
                </a:solidFill>
                <a:latin typeface="Calibri"/>
              </a:rPr>
              <a:t>가능</a:t>
            </a:r>
            <a:endParaRPr sz="1400" b="0" dirty="0">
              <a:solidFill>
                <a:srgbClr val="1F2A3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DA83AC-5F63-3B53-8446-5B0B6F60BA1E}"/>
              </a:ext>
            </a:extLst>
          </p:cNvPr>
          <p:cNvSpPr txBox="1"/>
          <p:nvPr/>
        </p:nvSpPr>
        <p:spPr>
          <a:xfrm>
            <a:off x="647700" y="4343400"/>
            <a:ext cx="9969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dirty="0">
                <a:solidFill>
                  <a:srgbClr val="1F2A3A"/>
                </a:solidFill>
                <a:latin typeface="Calibri"/>
              </a:rPr>
              <a:t>→ 프로젝트 진행하며</a:t>
            </a:r>
            <a:r>
              <a:rPr lang="en-US" altLang="ko-KR" sz="1800" b="0" dirty="0">
                <a:solidFill>
                  <a:srgbClr val="1F2A3A"/>
                </a:solidFill>
                <a:latin typeface="Calibri"/>
              </a:rPr>
              <a:t>, </a:t>
            </a:r>
            <a:r>
              <a:rPr lang="ko-KR" altLang="en-US" dirty="0" err="1">
                <a:solidFill>
                  <a:srgbClr val="1F2A3A"/>
                </a:solidFill>
                <a:latin typeface="Calibri"/>
              </a:rPr>
              <a:t>시장별</a:t>
            </a:r>
            <a:r>
              <a:rPr lang="en-US" altLang="ko-KR" dirty="0">
                <a:solidFill>
                  <a:srgbClr val="1F2A3A"/>
                </a:solidFill>
                <a:latin typeface="Calibri"/>
              </a:rPr>
              <a:t>/</a:t>
            </a:r>
            <a:r>
              <a:rPr lang="ko-KR" altLang="en-US" dirty="0">
                <a:solidFill>
                  <a:srgbClr val="1F2A3A"/>
                </a:solidFill>
                <a:latin typeface="Calibri"/>
              </a:rPr>
              <a:t>구간별 기준이 달라 모델 성능을 직관적으로 해석하기 위해 사용</a:t>
            </a:r>
            <a:endParaRPr lang="en-US" altLang="ko-KR" dirty="0">
              <a:solidFill>
                <a:srgbClr val="1F2A3A"/>
              </a:solidFill>
              <a:latin typeface="Calibri"/>
            </a:endParaRPr>
          </a:p>
          <a:p>
            <a:r>
              <a:rPr lang="ko-KR" altLang="en-US" dirty="0">
                <a:solidFill>
                  <a:srgbClr val="1F2A3A"/>
                </a:solidFill>
              </a:rPr>
              <a:t>→ 향후 최종 보고서에는 학계에서 주로 사용하는 성능지표인 </a:t>
            </a:r>
            <a:r>
              <a:rPr lang="en-US" altLang="ko-KR" dirty="0">
                <a:solidFill>
                  <a:srgbClr val="1F2A3A"/>
                </a:solidFill>
              </a:rPr>
              <a:t>RMSE, QLIKE </a:t>
            </a:r>
            <a:r>
              <a:rPr lang="ko-KR" altLang="en-US" dirty="0">
                <a:solidFill>
                  <a:srgbClr val="1F2A3A"/>
                </a:solidFill>
              </a:rPr>
              <a:t>등을 사용할 예정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ML 학습 방식 &amp; 하이퍼파라미터 튜닝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Calibri"/>
              </a:rPr>
              <a:t>5 ML </a:t>
            </a:r>
            <a:r>
              <a:rPr sz="1200" b="0" i="1" dirty="0" err="1">
                <a:solidFill>
                  <a:srgbClr val="6B7280"/>
                </a:solidFill>
                <a:latin typeface="Calibri"/>
              </a:rPr>
              <a:t>모델</a:t>
            </a:r>
            <a:r>
              <a:rPr sz="1200" b="0" i="1" dirty="0">
                <a:solidFill>
                  <a:srgbClr val="6B7280"/>
                </a:solidFill>
                <a:latin typeface="Calibri"/>
              </a:rPr>
              <a:t> (Ridge / EN / Huber / </a:t>
            </a:r>
            <a:r>
              <a:rPr sz="1200" b="0" i="1" dirty="0" err="1">
                <a:solidFill>
                  <a:srgbClr val="6B7280"/>
                </a:solidFill>
                <a:latin typeface="Calibri"/>
              </a:rPr>
              <a:t>LightGBM</a:t>
            </a:r>
            <a:r>
              <a:rPr sz="1200" b="0" i="1" dirty="0">
                <a:solidFill>
                  <a:srgbClr val="6B7280"/>
                </a:solidFill>
                <a:latin typeface="Calibri"/>
              </a:rPr>
              <a:t> / </a:t>
            </a:r>
            <a:r>
              <a:rPr sz="1200" b="0" i="1" dirty="0" err="1">
                <a:solidFill>
                  <a:srgbClr val="6B7280"/>
                </a:solidFill>
                <a:latin typeface="Calibri"/>
              </a:rPr>
              <a:t>XGBoost</a:t>
            </a:r>
            <a:r>
              <a:rPr sz="1200" b="0" i="1" dirty="0">
                <a:solidFill>
                  <a:srgbClr val="6B7280"/>
                </a:solidFill>
                <a:latin typeface="Calibri"/>
              </a:rPr>
              <a:t>) 의 </a:t>
            </a:r>
            <a:r>
              <a:rPr sz="1200" b="0" i="1" dirty="0" err="1">
                <a:solidFill>
                  <a:srgbClr val="6B7280"/>
                </a:solidFill>
                <a:latin typeface="Calibri"/>
              </a:rPr>
              <a:t>학습·평가</a:t>
            </a:r>
            <a:r>
              <a:rPr sz="12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Calibri"/>
              </a:rPr>
              <a:t>절차</a:t>
            </a:r>
            <a:endParaRPr sz="12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1.  ML 학습 절차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5394960" cy="3931920"/>
          </a:xfrm>
          <a:prstGeom prst="rect">
            <a:avLst/>
          </a:prstGeom>
          <a:solidFill>
            <a:srgbClr val="E8EEF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28982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·  Feature  : 3 tier — Core(10) / Momentum(14) / Extended(28)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             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tier별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독립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튜닝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→ "best vs best"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비교</a:t>
            </a:r>
            <a:endParaRPr sz="11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·  Scaling  :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컬럼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그룹별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(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선형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모델만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              ·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log_robust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(RV/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semivariance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              · robust  (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변동률·EPU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              · standard (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거시·모멘텀·spillover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              ·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no_scaling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(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요일·neg_return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             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트리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모델은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raw input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·  Target    :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RV_target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(h=1,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다음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날 RV)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프로토콜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: static (1회 fit → test) + expanding (walk-forward)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              ·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금융모형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refit_every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= 1</a:t>
            </a:r>
          </a:p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1F2A3A"/>
                </a:solidFill>
                <a:latin typeface="Calibri"/>
              </a:rPr>
              <a:t>              · ML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모델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1F2A3A"/>
                </a:solidFill>
                <a:latin typeface="Calibri"/>
              </a:rPr>
              <a:t>refit_every</a:t>
            </a:r>
            <a:r>
              <a:rPr sz="1100" b="0" dirty="0">
                <a:solidFill>
                  <a:srgbClr val="1F2A3A"/>
                </a:solidFill>
                <a:latin typeface="Calibri"/>
              </a:rPr>
              <a:t>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2.  Optuna 하이퍼파라미터 튜닝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120640" cy="3931920"/>
          </a:xfrm>
          <a:prstGeom prst="rect">
            <a:avLst/>
          </a:prstGeom>
          <a:solidFill>
            <a:srgbClr val="E8EEF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663440" cy="3718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탐색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알고리즘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: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Optuna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TPE Sampler</a:t>
            </a: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              (seed = 42,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결정론적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탐색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endParaRPr sz="105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목적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함수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   : valid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set의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QLIKE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최소화</a:t>
            </a:r>
            <a:endParaRPr sz="105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endParaRPr sz="105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n_trials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   :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선형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모델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(Ridge / EN / Huber)  =  15</a:t>
            </a: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             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트리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모델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(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LightGBM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/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XGBoost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)  =  30</a:t>
            </a:r>
          </a:p>
          <a:p>
            <a:pPr algn="l">
              <a:spcAft>
                <a:spcPts val="200"/>
              </a:spcAft>
            </a:pPr>
            <a:endParaRPr sz="105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탐색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공간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(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예시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· Ridge      :  alpha ∈ [1e-3, 100]  (log)</a:t>
            </a: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·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ElasticNet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:  alpha + l1_ratio</a:t>
            </a: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·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LightGBM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  :  9D (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n_est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,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lr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, depth, leaves, ...)</a:t>
            </a: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·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XGBoost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   :  9D (+ gamma)</a:t>
            </a:r>
          </a:p>
          <a:p>
            <a:pPr algn="l">
              <a:spcAft>
                <a:spcPts val="200"/>
              </a:spcAft>
            </a:pPr>
            <a:endParaRPr sz="105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튜닝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단위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 : (model × regime × country × tier) — 180회</a:t>
            </a:r>
          </a:p>
          <a:p>
            <a:pPr algn="l">
              <a:spcAft>
                <a:spcPts val="200"/>
              </a:spcAft>
            </a:pPr>
            <a:endParaRPr sz="105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· 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적용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정책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:</a:t>
            </a: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· 1회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튜닝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→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best_params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고정</a:t>
            </a:r>
            <a:endParaRPr sz="105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·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static·expanding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모두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동일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best_params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사용</a:t>
            </a:r>
            <a:endParaRPr sz="105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dirty="0">
                <a:solidFill>
                  <a:srgbClr val="1F2A3A"/>
                </a:solidFill>
                <a:latin typeface="Calibri"/>
              </a:rPr>
              <a:t>   · expanding refit 시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가중치만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재학습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(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hp는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F2A3A"/>
                </a:solidFill>
                <a:latin typeface="Calibri"/>
              </a:rPr>
              <a:t>고정</a:t>
            </a:r>
            <a:r>
              <a:rPr sz="1050" b="0" dirty="0">
                <a:solidFill>
                  <a:srgbClr val="1F2A3A"/>
                </a:solidFill>
                <a:latin typeface="Calibri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82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 dirty="0">
                <a:solidFill>
                  <a:srgbClr val="6B7280"/>
                </a:solidFill>
                <a:latin typeface="Calibri"/>
              </a:rPr>
              <a:t>train (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모델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fit)  →  valid (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Optuna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튜닝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, QLIKE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최소화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)  → 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best_params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고정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 →  test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평가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(static &amp; expanding)  →  </a:t>
            </a:r>
            <a:r>
              <a:rPr sz="1100" b="0" i="1" dirty="0" err="1">
                <a:solidFill>
                  <a:srgbClr val="6B7280"/>
                </a:solidFill>
                <a:latin typeface="Calibri"/>
              </a:rPr>
              <a:t>phase별</a:t>
            </a:r>
            <a:r>
              <a:rPr sz="1100" b="0" i="1" dirty="0">
                <a:solidFill>
                  <a:srgbClr val="6B7280"/>
                </a:solidFill>
                <a:latin typeface="Calibri"/>
              </a:rPr>
              <a:t> RMSE / MAE / QLIKE / RMSE_CV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720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37E1-CB6C-1BD0-BE77-2FC2DFB8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405409-A5A0-DE9C-F2B6-760639E62685}"/>
              </a:ext>
            </a:extLst>
          </p:cNvPr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DBBAA-8572-DB18-F7EC-2A549FADFFDA}"/>
              </a:ext>
            </a:extLst>
          </p:cNvPr>
          <p:cNvSpPr txBox="1"/>
          <p:nvPr/>
        </p:nvSpPr>
        <p:spPr>
          <a:xfrm>
            <a:off x="685799" y="534501"/>
            <a:ext cx="1082009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2200" b="1" i="0" dirty="0">
                <a:solidFill>
                  <a:srgbClr val="1F2A3A"/>
                </a:solidFill>
                <a:latin typeface="Calibri"/>
              </a:rPr>
              <a:t>공통 요약</a:t>
            </a:r>
            <a:endParaRPr sz="2200" b="1" i="0" dirty="0">
              <a:solidFill>
                <a:srgbClr val="1F2A3A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DFD4F-3E2A-10D0-DEE2-085F8E29CE41}"/>
              </a:ext>
            </a:extLst>
          </p:cNvPr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4DD88-40E3-A2BE-0A54-B0EDDF376BD4}"/>
              </a:ext>
            </a:extLst>
          </p:cNvPr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값이 낮을수록 우수. 각 행 최저값 셀을 옅은 초록으로 강조.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0EE9C-0303-6290-8FB3-D5778E521631}"/>
              </a:ext>
            </a:extLst>
          </p:cNvPr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18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CAA5797-2A27-43BE-9B00-496354677169}"/>
              </a:ext>
            </a:extLst>
          </p:cNvPr>
          <p:cNvSpPr/>
          <p:nvPr/>
        </p:nvSpPr>
        <p:spPr>
          <a:xfrm>
            <a:off x="457200" y="1460500"/>
            <a:ext cx="3640666" cy="4635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2E8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7E81B4-B996-4E5A-AB5C-7A61302E047E}"/>
              </a:ext>
            </a:extLst>
          </p:cNvPr>
          <p:cNvSpPr/>
          <p:nvPr/>
        </p:nvSpPr>
        <p:spPr>
          <a:xfrm>
            <a:off x="457200" y="1460500"/>
            <a:ext cx="3640666" cy="50800"/>
          </a:xfrm>
          <a:prstGeom prst="rect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6260C1A-5FB0-4FE7-A8F3-21695F15D541}"/>
              </a:ext>
            </a:extLst>
          </p:cNvPr>
          <p:cNvSpPr/>
          <p:nvPr/>
        </p:nvSpPr>
        <p:spPr>
          <a:xfrm>
            <a:off x="685800" y="1739900"/>
            <a:ext cx="457200" cy="457200"/>
          </a:xfrm>
          <a:prstGeom prst="ellipse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1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D7E35-D7E9-4989-9AF4-E88DBC07FA17}"/>
              </a:ext>
            </a:extLst>
          </p:cNvPr>
          <p:cNvSpPr txBox="1"/>
          <p:nvPr/>
        </p:nvSpPr>
        <p:spPr>
          <a:xfrm>
            <a:off x="1270000" y="1765300"/>
            <a:ext cx="2624666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500" b="1">
                <a:solidFill>
                  <a:srgbClr val="1F2A3A"/>
                </a:solidFill>
              </a:rPr>
              <a:t>Expanding Window</a:t>
            </a:r>
            <a:r>
              <a:rPr lang="ko-KR" altLang="en-US" sz="1500" b="1">
                <a:solidFill>
                  <a:srgbClr val="1F2A3A"/>
                </a:solidFill>
              </a:rPr>
              <a:t>의 한계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D7DF7-4501-4EAB-B251-C6FE3E44E7FA}"/>
              </a:ext>
            </a:extLst>
          </p:cNvPr>
          <p:cNvSpPr txBox="1"/>
          <p:nvPr/>
        </p:nvSpPr>
        <p:spPr>
          <a:xfrm>
            <a:off x="685800" y="2476500"/>
            <a:ext cx="3183466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F2A3A"/>
                </a:solidFill>
              </a:rPr>
              <a:t>평시에는 </a:t>
            </a:r>
            <a:r>
              <a:rPr lang="en-US" altLang="ko-KR" sz="1400" dirty="0">
                <a:solidFill>
                  <a:srgbClr val="1F2A3A"/>
                </a:solidFill>
              </a:rPr>
              <a:t>Expanding Window</a:t>
            </a:r>
            <a:r>
              <a:rPr lang="ko-KR" altLang="en-US" sz="1400" dirty="0">
                <a:solidFill>
                  <a:srgbClr val="1F2A3A"/>
                </a:solidFill>
              </a:rPr>
              <a:t>가 우수했으나</a:t>
            </a:r>
            <a:r>
              <a:rPr lang="en-US" altLang="ko-KR" sz="1400" dirty="0">
                <a:solidFill>
                  <a:srgbClr val="1F2A3A"/>
                </a:solidFill>
              </a:rPr>
              <a:t>, </a:t>
            </a:r>
            <a:r>
              <a:rPr lang="ko-KR" altLang="en-US" sz="1400" dirty="0">
                <a:solidFill>
                  <a:srgbClr val="1F2A3A"/>
                </a:solidFill>
              </a:rPr>
              <a:t>위기 구간에서는 오히려 예측력을 저하시킴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9FFF234-D236-45BA-BA4B-59A0DB9F3B14}"/>
              </a:ext>
            </a:extLst>
          </p:cNvPr>
          <p:cNvSpPr/>
          <p:nvPr/>
        </p:nvSpPr>
        <p:spPr>
          <a:xfrm>
            <a:off x="635000" y="4445000"/>
            <a:ext cx="3285066" cy="1397000"/>
          </a:xfrm>
          <a:prstGeom prst="roundRect">
            <a:avLst/>
          </a:prstGeom>
          <a:solidFill>
            <a:srgbClr val="F1F5F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27687D-0267-46AB-8667-A4B74D965E2B}"/>
              </a:ext>
            </a:extLst>
          </p:cNvPr>
          <p:cNvSpPr txBox="1"/>
          <p:nvPr/>
        </p:nvSpPr>
        <p:spPr>
          <a:xfrm>
            <a:off x="762000" y="4572000"/>
            <a:ext cx="30310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563EB"/>
                </a:solidFill>
              </a:rPr>
              <a:t>→ 시사점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D3100C-7180-4DC3-AB75-D44376BD3DAD}"/>
              </a:ext>
            </a:extLst>
          </p:cNvPr>
          <p:cNvSpPr txBox="1"/>
          <p:nvPr/>
        </p:nvSpPr>
        <p:spPr>
          <a:xfrm>
            <a:off x="762000" y="4851400"/>
            <a:ext cx="3031066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475569"/>
                </a:solidFill>
              </a:rPr>
              <a:t>위기 구간에서는 </a:t>
            </a:r>
            <a:r>
              <a:rPr lang="ko-KR" altLang="en-US" sz="1200" dirty="0" err="1">
                <a:solidFill>
                  <a:srgbClr val="475569"/>
                </a:solidFill>
              </a:rPr>
              <a:t>아웃라이어를</a:t>
            </a:r>
            <a:r>
              <a:rPr lang="ko-KR" altLang="en-US" sz="1200" dirty="0">
                <a:solidFill>
                  <a:srgbClr val="475569"/>
                </a:solidFill>
              </a:rPr>
              <a:t> 학습에 추가하는 것이 역효과로 작용한 것으로 추정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D0BCA0F-D036-490F-9B5D-7FBA207902FA}"/>
              </a:ext>
            </a:extLst>
          </p:cNvPr>
          <p:cNvSpPr/>
          <p:nvPr/>
        </p:nvSpPr>
        <p:spPr>
          <a:xfrm>
            <a:off x="4275666" y="1460500"/>
            <a:ext cx="3640666" cy="4635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2E8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E632F6-E285-4E48-A729-408F108889F6}"/>
              </a:ext>
            </a:extLst>
          </p:cNvPr>
          <p:cNvSpPr/>
          <p:nvPr/>
        </p:nvSpPr>
        <p:spPr>
          <a:xfrm>
            <a:off x="4275666" y="1460500"/>
            <a:ext cx="3640666" cy="50800"/>
          </a:xfrm>
          <a:prstGeom prst="rect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ACCE5BB-F4A9-4046-A06F-F505C6DB7C0F}"/>
              </a:ext>
            </a:extLst>
          </p:cNvPr>
          <p:cNvSpPr/>
          <p:nvPr/>
        </p:nvSpPr>
        <p:spPr>
          <a:xfrm>
            <a:off x="4504266" y="1739900"/>
            <a:ext cx="457200" cy="457200"/>
          </a:xfrm>
          <a:prstGeom prst="ellipse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2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C77133-4763-40B8-ADC3-E50FC57E4C98}"/>
              </a:ext>
            </a:extLst>
          </p:cNvPr>
          <p:cNvSpPr txBox="1"/>
          <p:nvPr/>
        </p:nvSpPr>
        <p:spPr>
          <a:xfrm>
            <a:off x="5088466" y="1765300"/>
            <a:ext cx="2624666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500" b="1">
                <a:solidFill>
                  <a:srgbClr val="1F2A3A"/>
                </a:solidFill>
              </a:rPr>
              <a:t>ML </a:t>
            </a:r>
            <a:r>
              <a:rPr lang="ko-KR" altLang="en-US" sz="1500" b="1">
                <a:solidFill>
                  <a:srgbClr val="1F2A3A"/>
                </a:solidFill>
              </a:rPr>
              <a:t>모형의 우위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67EC59-FF32-446B-8163-5948BC43945B}"/>
              </a:ext>
            </a:extLst>
          </p:cNvPr>
          <p:cNvSpPr txBox="1"/>
          <p:nvPr/>
        </p:nvSpPr>
        <p:spPr>
          <a:xfrm>
            <a:off x="4504266" y="2476500"/>
            <a:ext cx="3183466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F2A3A"/>
                </a:solidFill>
              </a:rPr>
              <a:t>모든 시장</a:t>
            </a:r>
            <a:r>
              <a:rPr lang="en-US" altLang="ko-KR" sz="1400" dirty="0">
                <a:solidFill>
                  <a:srgbClr val="1F2A3A"/>
                </a:solidFill>
              </a:rPr>
              <a:t>·</a:t>
            </a:r>
            <a:r>
              <a:rPr lang="ko-KR" altLang="en-US" sz="1400" dirty="0">
                <a:solidFill>
                  <a:srgbClr val="1F2A3A"/>
                </a:solidFill>
              </a:rPr>
              <a:t>모든 구간에서 </a:t>
            </a:r>
            <a:r>
              <a:rPr lang="en-US" altLang="ko-KR" sz="1400" dirty="0">
                <a:solidFill>
                  <a:srgbClr val="1F2A3A"/>
                </a:solidFill>
              </a:rPr>
              <a:t>ML </a:t>
            </a:r>
            <a:r>
              <a:rPr lang="ko-KR" altLang="en-US" sz="1400" dirty="0">
                <a:solidFill>
                  <a:srgbClr val="1F2A3A"/>
                </a:solidFill>
              </a:rPr>
              <a:t>모형의 예측력이 전통 금융모형보다 뛰어난 것으로 확인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0CDB11B-DCA5-40DC-BDE7-94BF3B27CD0D}"/>
              </a:ext>
            </a:extLst>
          </p:cNvPr>
          <p:cNvSpPr/>
          <p:nvPr/>
        </p:nvSpPr>
        <p:spPr>
          <a:xfrm>
            <a:off x="4453466" y="4445000"/>
            <a:ext cx="3285066" cy="1397000"/>
          </a:xfrm>
          <a:prstGeom prst="roundRect">
            <a:avLst/>
          </a:prstGeom>
          <a:solidFill>
            <a:srgbClr val="F1F5F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EAED55-BD0F-475D-95BC-377B6705B6B6}"/>
              </a:ext>
            </a:extLst>
          </p:cNvPr>
          <p:cNvSpPr txBox="1"/>
          <p:nvPr/>
        </p:nvSpPr>
        <p:spPr>
          <a:xfrm>
            <a:off x="4580466" y="4572000"/>
            <a:ext cx="30310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563EB"/>
                </a:solidFill>
              </a:rPr>
              <a:t>→ 시사점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226060-B5BB-4153-AA2F-00198386B8BD}"/>
              </a:ext>
            </a:extLst>
          </p:cNvPr>
          <p:cNvSpPr txBox="1"/>
          <p:nvPr/>
        </p:nvSpPr>
        <p:spPr>
          <a:xfrm>
            <a:off x="4580466" y="4851400"/>
            <a:ext cx="3031066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475569"/>
                </a:solidFill>
              </a:rPr>
              <a:t>예측에 있어 전통 금융모형의 한계점이 뚜렷하게 드러남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477CF5B-789A-4417-B755-D0007101DF0F}"/>
              </a:ext>
            </a:extLst>
          </p:cNvPr>
          <p:cNvSpPr/>
          <p:nvPr/>
        </p:nvSpPr>
        <p:spPr>
          <a:xfrm>
            <a:off x="8094133" y="1460500"/>
            <a:ext cx="3640666" cy="4635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2E8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7F7D3E5-B163-4F73-A188-FEB5972FFA5B}"/>
              </a:ext>
            </a:extLst>
          </p:cNvPr>
          <p:cNvSpPr/>
          <p:nvPr/>
        </p:nvSpPr>
        <p:spPr>
          <a:xfrm>
            <a:off x="8094133" y="1460500"/>
            <a:ext cx="3640666" cy="50800"/>
          </a:xfrm>
          <a:prstGeom prst="rect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FC534CF-B40F-4AFF-8A88-82C1AF7D16EF}"/>
              </a:ext>
            </a:extLst>
          </p:cNvPr>
          <p:cNvSpPr/>
          <p:nvPr/>
        </p:nvSpPr>
        <p:spPr>
          <a:xfrm>
            <a:off x="8322733" y="1739900"/>
            <a:ext cx="457200" cy="457200"/>
          </a:xfrm>
          <a:prstGeom prst="ellipse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3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ECA553-AB14-47E6-B41A-FCA6AC75B093}"/>
              </a:ext>
            </a:extLst>
          </p:cNvPr>
          <p:cNvSpPr txBox="1"/>
          <p:nvPr/>
        </p:nvSpPr>
        <p:spPr>
          <a:xfrm>
            <a:off x="8906933" y="1765300"/>
            <a:ext cx="2624666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1F2A3A"/>
                </a:solidFill>
              </a:rPr>
              <a:t>위기별 최적 모형 상이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F04FAC-ACBF-4B94-9D04-08E0A80522D5}"/>
              </a:ext>
            </a:extLst>
          </p:cNvPr>
          <p:cNvSpPr txBox="1"/>
          <p:nvPr/>
        </p:nvSpPr>
        <p:spPr>
          <a:xfrm>
            <a:off x="8322733" y="2476500"/>
            <a:ext cx="3183466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1F2A3A"/>
                </a:solidFill>
              </a:rPr>
              <a:t>각 위기 구간별로 최적 </a:t>
            </a:r>
            <a:r>
              <a:rPr lang="en-US" altLang="ko-KR" sz="1400">
                <a:solidFill>
                  <a:srgbClr val="1F2A3A"/>
                </a:solidFill>
              </a:rPr>
              <a:t>ML </a:t>
            </a:r>
            <a:r>
              <a:rPr lang="ko-KR" altLang="en-US" sz="1400">
                <a:solidFill>
                  <a:srgbClr val="1F2A3A"/>
                </a:solidFill>
              </a:rPr>
              <a:t>모형이 서로 다르게 나타남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4FD9662-684B-41FB-8BF9-87493B159917}"/>
              </a:ext>
            </a:extLst>
          </p:cNvPr>
          <p:cNvSpPr/>
          <p:nvPr/>
        </p:nvSpPr>
        <p:spPr>
          <a:xfrm>
            <a:off x="8271933" y="4445000"/>
            <a:ext cx="3285066" cy="1397000"/>
          </a:xfrm>
          <a:prstGeom prst="roundRect">
            <a:avLst/>
          </a:prstGeom>
          <a:solidFill>
            <a:srgbClr val="F1F5F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C7B2B8-C0ED-46CC-87DB-91844DB95446}"/>
              </a:ext>
            </a:extLst>
          </p:cNvPr>
          <p:cNvSpPr txBox="1"/>
          <p:nvPr/>
        </p:nvSpPr>
        <p:spPr>
          <a:xfrm>
            <a:off x="8398933" y="4572000"/>
            <a:ext cx="30310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563EB"/>
                </a:solidFill>
              </a:rPr>
              <a:t>→ 시사점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BED099-ACF6-4629-96BB-9475B6ABF8D0}"/>
              </a:ext>
            </a:extLst>
          </p:cNvPr>
          <p:cNvSpPr txBox="1"/>
          <p:nvPr/>
        </p:nvSpPr>
        <p:spPr>
          <a:xfrm>
            <a:off x="8398933" y="4851400"/>
            <a:ext cx="3031066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475569"/>
                </a:solidFill>
              </a:rPr>
              <a:t>위기의 특성에 맞춰 </a:t>
            </a:r>
            <a:r>
              <a:rPr lang="en-US" altLang="ko-KR" sz="1200">
                <a:solidFill>
                  <a:srgbClr val="475569"/>
                </a:solidFill>
              </a:rPr>
              <a:t>Pretrain</a:t>
            </a:r>
            <a:r>
              <a:rPr lang="ko-KR" altLang="en-US" sz="1200">
                <a:solidFill>
                  <a:srgbClr val="475569"/>
                </a:solidFill>
              </a:rPr>
              <a:t>된 모형을 선택하는 인간의 판단이 필요함을 시사</a:t>
            </a:r>
          </a:p>
        </p:txBody>
      </p:sp>
    </p:spTree>
    <p:extLst>
      <p:ext uri="{BB962C8B-B14F-4D97-AF65-F5344CB8AC3E}">
        <p14:creationId xmlns:p14="http://schemas.microsoft.com/office/powerpoint/2010/main" val="16016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S&amp;P 500 (US)  / 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RMSE_CV — Full Test, ML = Extended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25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HAR_RV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0.661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0.280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0.340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0.414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0.464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0.242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0.355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0.478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0.831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0.464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0.455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0.477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0.327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0.331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값이 낮을수록 우수. 각 행 최저값 셀을 옅은 초록으로 강조.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S&amp;P 500 (US)  /  expanding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RMSE_CV — Full Test, ML = Extended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25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HAR_RV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0.438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0.651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0.270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0.343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0.420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0.354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0.478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0.236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0.329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0.302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0.473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0.831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0.457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0.301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0.314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값이 낮을수록 우수. 각 행 최저값 셀을 옅은 초록으로 강조.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KOSPI (KR)  / 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RMSE_CV — Full Test, ML = Extended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25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HAR_RV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0.681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0.201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0.330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0.813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0.360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0.338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0.380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0.262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0.547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0.207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0.264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0.250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0.266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값이 낮을수록 우수. 각 행 최저값 셀을 옅은 초록으로 강조.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KOSPI (KR)  /  expanding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RMSE_CV — Full Test, ML = Extended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25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HAR_RV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0.631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0.188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0.188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0.331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0.835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0.334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0.336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0.348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0.265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0.548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0.211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0.267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0.265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값이 낮을수록 우수. 각 행 최저값 셀을 옅은 초록으로 강조.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Nikkei 225 (JP)  / 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RMSE_CV — Full Test, ML = Extended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25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HAR_RV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0.949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0.249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0.260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0.169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0.164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0.184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0.179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0.533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0.204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0.226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0.497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0.917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0.289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값이 낮을수록 우수. 각 행 최저값 셀을 옅은 초록으로 강조.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Nikkei 225 (JP)  /  expanding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RMSE_CV — Full Test, ML = Extended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25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HAR_RV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0.459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0.238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0.164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0.160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0.168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0.174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0.165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0.548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0.211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0.497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0.919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0.284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값이 낮을수록 우수. 각 행 최저값 셀을 옅은 초록으로 강조.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Section 1 요약 — 시장 × 구간 × Protocol Best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각 (시장, 구간, protocol) 셀에서 RMSE_CV 최저 모델 (7 모델 중)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820095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3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3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63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시장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static best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RMSE_CV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expanding best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RMSE_CV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S&amp;P 500 (US)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0.280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0.270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0.230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0.231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0.236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0.327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0.301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KOSPI (KR)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0.188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0.265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0.211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0.250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Nikkei 225 (JP)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0.238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0.164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0.160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0.211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A"/>
                          </a:solidFill>
                          <a:latin typeface="Consolas"/>
                        </a:rPr>
                        <a:t>0.289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3A5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1F2A3A"/>
                          </a:solidFill>
                          <a:latin typeface="Consolas"/>
                        </a:rPr>
                        <a:t>0.284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194560"/>
            <a:ext cx="109728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1F2A3A"/>
                </a:solidFill>
                <a:latin typeface="Calibri"/>
              </a:rPr>
              <a:t>데이터셋 추가효과 — Tier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1063721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Best ML RMSE_CV per Tier (Full Test)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Best ML = 5 ML 모델 중 최저 RMSE_CV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Δ는 다음 tier 추가 효과 (음수 = 개선)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840E-7FEC-F2D9-A85C-160279C7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822545-3036-6FD4-07E4-00AF0D05254E}"/>
              </a:ext>
            </a:extLst>
          </p:cNvPr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278BF-BF2E-60E9-9165-97634A8885BC}"/>
              </a:ext>
            </a:extLst>
          </p:cNvPr>
          <p:cNvSpPr txBox="1"/>
          <p:nvPr/>
        </p:nvSpPr>
        <p:spPr>
          <a:xfrm>
            <a:off x="685799" y="534501"/>
            <a:ext cx="1082009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2200" b="1" i="0" dirty="0">
                <a:solidFill>
                  <a:srgbClr val="1F2A3A"/>
                </a:solidFill>
                <a:latin typeface="Calibri"/>
              </a:rPr>
              <a:t>공통 요약</a:t>
            </a:r>
            <a:endParaRPr sz="2200" b="1" i="0" dirty="0">
              <a:solidFill>
                <a:srgbClr val="1F2A3A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ED9BEE-1589-F2CC-915E-8A5160ECF73F}"/>
              </a:ext>
            </a:extLst>
          </p:cNvPr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1DB71-03A8-3077-7056-8EA7F5F48685}"/>
              </a:ext>
            </a:extLst>
          </p:cNvPr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값이 낮을수록 우수. 각 행 최저값 셀을 옅은 초록으로 강조.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714EC-26B5-AA41-0B89-4DDB0F7A521F}"/>
              </a:ext>
            </a:extLst>
          </p:cNvPr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18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96D43A5-5856-D3B5-743F-095611418D19}"/>
              </a:ext>
            </a:extLst>
          </p:cNvPr>
          <p:cNvSpPr/>
          <p:nvPr/>
        </p:nvSpPr>
        <p:spPr>
          <a:xfrm>
            <a:off x="457200" y="1460500"/>
            <a:ext cx="3640666" cy="4635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2E8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FF7919-DC50-8C10-4D5E-BDF4FC8FD547}"/>
              </a:ext>
            </a:extLst>
          </p:cNvPr>
          <p:cNvSpPr/>
          <p:nvPr/>
        </p:nvSpPr>
        <p:spPr>
          <a:xfrm>
            <a:off x="457200" y="1460500"/>
            <a:ext cx="3640666" cy="50800"/>
          </a:xfrm>
          <a:prstGeom prst="rect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CFE6197-6BF5-844B-8CF1-3D861B802906}"/>
              </a:ext>
            </a:extLst>
          </p:cNvPr>
          <p:cNvSpPr/>
          <p:nvPr/>
        </p:nvSpPr>
        <p:spPr>
          <a:xfrm>
            <a:off x="685800" y="1739900"/>
            <a:ext cx="457200" cy="457200"/>
          </a:xfrm>
          <a:prstGeom prst="ellipse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1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616ACC-6CEB-5222-6DEB-23F0EE48586A}"/>
              </a:ext>
            </a:extLst>
          </p:cNvPr>
          <p:cNvSpPr txBox="1"/>
          <p:nvPr/>
        </p:nvSpPr>
        <p:spPr>
          <a:xfrm>
            <a:off x="1270000" y="1832317"/>
            <a:ext cx="2624666" cy="3231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F2A3A"/>
                </a:solidFill>
              </a:rPr>
              <a:t>더 많은 정보 </a:t>
            </a:r>
            <a:r>
              <a:rPr lang="en-US" altLang="ko-KR" sz="1500" b="1" dirty="0">
                <a:solidFill>
                  <a:srgbClr val="1F2A3A"/>
                </a:solidFill>
              </a:rPr>
              <a:t>!= </a:t>
            </a:r>
            <a:r>
              <a:rPr lang="ko-KR" altLang="en-US" sz="1500" b="1" dirty="0">
                <a:solidFill>
                  <a:srgbClr val="1F2A3A"/>
                </a:solidFill>
              </a:rPr>
              <a:t>더 좋은 성능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6255A1-A431-0F71-BD35-68311D77583F}"/>
              </a:ext>
            </a:extLst>
          </p:cNvPr>
          <p:cNvSpPr txBox="1"/>
          <p:nvPr/>
        </p:nvSpPr>
        <p:spPr>
          <a:xfrm>
            <a:off x="685800" y="2476500"/>
            <a:ext cx="3183466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F2A3A"/>
                </a:solidFill>
              </a:rPr>
              <a:t>대부분 </a:t>
            </a:r>
            <a:r>
              <a:rPr lang="en-US" altLang="ko-KR" sz="1400" dirty="0">
                <a:solidFill>
                  <a:srgbClr val="1F2A3A"/>
                </a:solidFill>
              </a:rPr>
              <a:t>Momentum</a:t>
            </a:r>
            <a:r>
              <a:rPr lang="ko-KR" altLang="en-US" sz="1400" dirty="0">
                <a:solidFill>
                  <a:srgbClr val="1F2A3A"/>
                </a:solidFill>
              </a:rPr>
              <a:t>까지는 유의미한 성능 증가를 보였으나</a:t>
            </a:r>
            <a:r>
              <a:rPr lang="en-US" altLang="ko-KR" sz="1400" dirty="0">
                <a:solidFill>
                  <a:srgbClr val="1F2A3A"/>
                </a:solidFill>
              </a:rPr>
              <a:t>, </a:t>
            </a:r>
          </a:p>
          <a:p>
            <a:pPr algn="l"/>
            <a:r>
              <a:rPr lang="en-US" altLang="ko-KR" sz="1400" dirty="0">
                <a:solidFill>
                  <a:srgbClr val="1F2A3A"/>
                </a:solidFill>
              </a:rPr>
              <a:t>Extended</a:t>
            </a:r>
            <a:r>
              <a:rPr lang="ko-KR" altLang="en-US" sz="1400" dirty="0">
                <a:solidFill>
                  <a:srgbClr val="1F2A3A"/>
                </a:solidFill>
              </a:rPr>
              <a:t>에서는 성능 증가가 작거나 무의미한 경우가 발생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B4A28EF-181B-DB18-31AE-61269942E729}"/>
              </a:ext>
            </a:extLst>
          </p:cNvPr>
          <p:cNvSpPr/>
          <p:nvPr/>
        </p:nvSpPr>
        <p:spPr>
          <a:xfrm>
            <a:off x="635000" y="4445000"/>
            <a:ext cx="3285066" cy="1397000"/>
          </a:xfrm>
          <a:prstGeom prst="roundRect">
            <a:avLst/>
          </a:prstGeom>
          <a:solidFill>
            <a:srgbClr val="F1F5F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AFEE3A-7377-9F38-8726-56D54FD94C83}"/>
              </a:ext>
            </a:extLst>
          </p:cNvPr>
          <p:cNvSpPr txBox="1"/>
          <p:nvPr/>
        </p:nvSpPr>
        <p:spPr>
          <a:xfrm>
            <a:off x="762000" y="4572000"/>
            <a:ext cx="30310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563EB"/>
                </a:solidFill>
              </a:rPr>
              <a:t>→ 시사점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DA672C-6A8A-F95D-91B6-1A9DBFA0CD14}"/>
              </a:ext>
            </a:extLst>
          </p:cNvPr>
          <p:cNvSpPr txBox="1"/>
          <p:nvPr/>
        </p:nvSpPr>
        <p:spPr>
          <a:xfrm>
            <a:off x="762000" y="4851400"/>
            <a:ext cx="3031066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475569"/>
                </a:solidFill>
              </a:rPr>
              <a:t>생각보다 가격데이터</a:t>
            </a:r>
            <a:r>
              <a:rPr lang="en-US" altLang="ko-KR" sz="1200" dirty="0">
                <a:solidFill>
                  <a:srgbClr val="475569"/>
                </a:solidFill>
              </a:rPr>
              <a:t>, </a:t>
            </a:r>
            <a:r>
              <a:rPr lang="ko-KR" altLang="en-US" sz="1200" dirty="0">
                <a:solidFill>
                  <a:srgbClr val="475569"/>
                </a:solidFill>
              </a:rPr>
              <a:t>추세데이터를 제외한 외부 경제 데이터의 추가적인 기여가 작음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85E2D7F-3A85-DE16-94FA-999634D5CC01}"/>
              </a:ext>
            </a:extLst>
          </p:cNvPr>
          <p:cNvSpPr/>
          <p:nvPr/>
        </p:nvSpPr>
        <p:spPr>
          <a:xfrm>
            <a:off x="4275666" y="1460500"/>
            <a:ext cx="3640666" cy="4635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2E8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9493E2-4094-79FE-B283-D39F4A835D7C}"/>
              </a:ext>
            </a:extLst>
          </p:cNvPr>
          <p:cNvSpPr/>
          <p:nvPr/>
        </p:nvSpPr>
        <p:spPr>
          <a:xfrm>
            <a:off x="4275666" y="1460500"/>
            <a:ext cx="3640666" cy="50800"/>
          </a:xfrm>
          <a:prstGeom prst="rect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9FFAD9F-B066-525D-8FA9-D0D86F454AEE}"/>
              </a:ext>
            </a:extLst>
          </p:cNvPr>
          <p:cNvSpPr/>
          <p:nvPr/>
        </p:nvSpPr>
        <p:spPr>
          <a:xfrm>
            <a:off x="4504266" y="1739900"/>
            <a:ext cx="457200" cy="457200"/>
          </a:xfrm>
          <a:prstGeom prst="ellipse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2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F5C20-F5DA-4646-C8ED-6755F78800EE}"/>
              </a:ext>
            </a:extLst>
          </p:cNvPr>
          <p:cNvSpPr txBox="1"/>
          <p:nvPr/>
        </p:nvSpPr>
        <p:spPr>
          <a:xfrm>
            <a:off x="5088466" y="1832317"/>
            <a:ext cx="2624666" cy="3231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F2A3A"/>
                </a:solidFill>
              </a:rPr>
              <a:t>일본 시장의 특이성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17CC71-4DDC-446B-49FA-92333E6E8A25}"/>
              </a:ext>
            </a:extLst>
          </p:cNvPr>
          <p:cNvSpPr txBox="1"/>
          <p:nvPr/>
        </p:nvSpPr>
        <p:spPr>
          <a:xfrm>
            <a:off x="4504266" y="2476500"/>
            <a:ext cx="3183466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F2A3A"/>
                </a:solidFill>
              </a:rPr>
              <a:t>대부분의 경우</a:t>
            </a:r>
            <a:r>
              <a:rPr lang="en-US" altLang="ko-KR" sz="1400" dirty="0">
                <a:solidFill>
                  <a:srgbClr val="1F2A3A"/>
                </a:solidFill>
              </a:rPr>
              <a:t>, Momentum</a:t>
            </a:r>
            <a:r>
              <a:rPr lang="ko-KR" altLang="en-US" sz="1400" dirty="0">
                <a:solidFill>
                  <a:srgbClr val="1F2A3A"/>
                </a:solidFill>
              </a:rPr>
              <a:t>에서 </a:t>
            </a:r>
            <a:r>
              <a:rPr lang="en-US" altLang="ko-KR" sz="1400" dirty="0">
                <a:solidFill>
                  <a:srgbClr val="1F2A3A"/>
                </a:solidFill>
              </a:rPr>
              <a:t>Extended</a:t>
            </a:r>
            <a:r>
              <a:rPr lang="ko-KR" altLang="en-US" sz="1400" dirty="0">
                <a:solidFill>
                  <a:srgbClr val="1F2A3A"/>
                </a:solidFill>
              </a:rPr>
              <a:t>로 정보를 </a:t>
            </a:r>
            <a:r>
              <a:rPr lang="ko-KR" altLang="en-US" sz="1400" dirty="0" err="1">
                <a:solidFill>
                  <a:srgbClr val="1F2A3A"/>
                </a:solidFill>
              </a:rPr>
              <a:t>확장시킬</a:t>
            </a:r>
            <a:r>
              <a:rPr lang="ko-KR" altLang="en-US" sz="1400" dirty="0">
                <a:solidFill>
                  <a:srgbClr val="1F2A3A"/>
                </a:solidFill>
              </a:rPr>
              <a:t> 때 예측력이 하락하는 경우는 있음</a:t>
            </a:r>
            <a:endParaRPr lang="en-US" altLang="ko-KR" sz="1400" dirty="0">
              <a:solidFill>
                <a:srgbClr val="1F2A3A"/>
              </a:solidFill>
            </a:endParaRPr>
          </a:p>
          <a:p>
            <a:pPr algn="l"/>
            <a:endParaRPr lang="en-US" altLang="ko-KR" sz="1400" dirty="0">
              <a:solidFill>
                <a:srgbClr val="1F2A3A"/>
              </a:solidFill>
            </a:endParaRPr>
          </a:p>
          <a:p>
            <a:pPr algn="l"/>
            <a:r>
              <a:rPr lang="ko-KR" altLang="en-US" sz="1400" dirty="0">
                <a:solidFill>
                  <a:srgbClr val="1F2A3A"/>
                </a:solidFill>
              </a:rPr>
              <a:t>다만</a:t>
            </a:r>
            <a:r>
              <a:rPr lang="en-US" altLang="ko-KR" sz="1400">
                <a:solidFill>
                  <a:srgbClr val="1F2A3A"/>
                </a:solidFill>
              </a:rPr>
              <a:t>, </a:t>
            </a:r>
            <a:r>
              <a:rPr lang="ko-KR" altLang="en-US" sz="1400">
                <a:solidFill>
                  <a:srgbClr val="1F2A3A"/>
                </a:solidFill>
              </a:rPr>
              <a:t>일본의 </a:t>
            </a:r>
            <a:r>
              <a:rPr lang="ko-KR" altLang="en-US" sz="1400" dirty="0">
                <a:solidFill>
                  <a:srgbClr val="1F2A3A"/>
                </a:solidFill>
              </a:rPr>
              <a:t>경우 </a:t>
            </a:r>
            <a:r>
              <a:rPr lang="en-US" altLang="ko-KR" sz="1400" dirty="0">
                <a:solidFill>
                  <a:srgbClr val="1F2A3A"/>
                </a:solidFill>
              </a:rPr>
              <a:t>Core</a:t>
            </a:r>
            <a:r>
              <a:rPr lang="ko-KR" altLang="en-US" sz="1400" dirty="0">
                <a:solidFill>
                  <a:srgbClr val="1F2A3A"/>
                </a:solidFill>
              </a:rPr>
              <a:t>보다도 </a:t>
            </a:r>
            <a:r>
              <a:rPr lang="en-US" altLang="ko-KR" sz="1400" dirty="0">
                <a:solidFill>
                  <a:srgbClr val="1F2A3A"/>
                </a:solidFill>
              </a:rPr>
              <a:t>Extended</a:t>
            </a:r>
            <a:r>
              <a:rPr lang="ko-KR" altLang="en-US" sz="1400" dirty="0">
                <a:solidFill>
                  <a:srgbClr val="1F2A3A"/>
                </a:solidFill>
              </a:rPr>
              <a:t>에서 예측력이 크게 하락함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A627BD2-ACDA-039A-0E6E-CEADF7415C71}"/>
              </a:ext>
            </a:extLst>
          </p:cNvPr>
          <p:cNvSpPr/>
          <p:nvPr/>
        </p:nvSpPr>
        <p:spPr>
          <a:xfrm>
            <a:off x="4453466" y="4445000"/>
            <a:ext cx="3285066" cy="1397000"/>
          </a:xfrm>
          <a:prstGeom prst="roundRect">
            <a:avLst/>
          </a:prstGeom>
          <a:solidFill>
            <a:srgbClr val="F1F5F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D9C682-DE58-8881-7C53-F2913C25D7FE}"/>
              </a:ext>
            </a:extLst>
          </p:cNvPr>
          <p:cNvSpPr txBox="1"/>
          <p:nvPr/>
        </p:nvSpPr>
        <p:spPr>
          <a:xfrm>
            <a:off x="4580466" y="4572000"/>
            <a:ext cx="30310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563EB"/>
                </a:solidFill>
              </a:rPr>
              <a:t>→ 시사점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DFEEFF-80C2-89C8-0172-A45DA01FDCFD}"/>
              </a:ext>
            </a:extLst>
          </p:cNvPr>
          <p:cNvSpPr txBox="1"/>
          <p:nvPr/>
        </p:nvSpPr>
        <p:spPr>
          <a:xfrm>
            <a:off x="4580466" y="4851400"/>
            <a:ext cx="3031066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475569"/>
                </a:solidFill>
              </a:rPr>
              <a:t>일본 시장에 있어서 추가적인 경제 데이터가 노이즈로 작용</a:t>
            </a:r>
            <a:endParaRPr lang="en-US" altLang="ko-KR" sz="1200" dirty="0">
              <a:solidFill>
                <a:srgbClr val="475569"/>
              </a:solidFill>
            </a:endParaRPr>
          </a:p>
          <a:p>
            <a:pPr algn="l"/>
            <a:endParaRPr lang="ko-KR" altLang="en-US" sz="1200" dirty="0">
              <a:solidFill>
                <a:srgbClr val="475569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CDFA636-1446-3FC0-35E4-B38D5D74B27B}"/>
              </a:ext>
            </a:extLst>
          </p:cNvPr>
          <p:cNvSpPr/>
          <p:nvPr/>
        </p:nvSpPr>
        <p:spPr>
          <a:xfrm>
            <a:off x="8094133" y="1460500"/>
            <a:ext cx="3640666" cy="4635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2E8F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23FDE9A-84C8-0138-9664-4EC1753F1FEC}"/>
              </a:ext>
            </a:extLst>
          </p:cNvPr>
          <p:cNvSpPr/>
          <p:nvPr/>
        </p:nvSpPr>
        <p:spPr>
          <a:xfrm>
            <a:off x="8094133" y="1460500"/>
            <a:ext cx="3640666" cy="50800"/>
          </a:xfrm>
          <a:prstGeom prst="rect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FEE11A2-F4B4-9386-0BB4-9EC56A42E71A}"/>
              </a:ext>
            </a:extLst>
          </p:cNvPr>
          <p:cNvSpPr/>
          <p:nvPr/>
        </p:nvSpPr>
        <p:spPr>
          <a:xfrm>
            <a:off x="8322733" y="1739900"/>
            <a:ext cx="457200" cy="457200"/>
          </a:xfrm>
          <a:prstGeom prst="ellipse">
            <a:avLst/>
          </a:prstGeom>
          <a:solidFill>
            <a:srgbClr val="2563E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3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6160FD-051F-37BC-DF3A-F74763A8332A}"/>
              </a:ext>
            </a:extLst>
          </p:cNvPr>
          <p:cNvSpPr txBox="1"/>
          <p:nvPr/>
        </p:nvSpPr>
        <p:spPr>
          <a:xfrm>
            <a:off x="8906933" y="1832317"/>
            <a:ext cx="2624666" cy="3231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 b="1" dirty="0" err="1">
                <a:solidFill>
                  <a:srgbClr val="1F2A3A"/>
                </a:solidFill>
              </a:rPr>
              <a:t>위기시</a:t>
            </a:r>
            <a:r>
              <a:rPr lang="ko-KR" altLang="en-US" sz="1500" b="1" dirty="0">
                <a:solidFill>
                  <a:srgbClr val="1F2A3A"/>
                </a:solidFill>
              </a:rPr>
              <a:t> 정보집합의 중요성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D897D2-B843-4CDE-8913-1600437C15CC}"/>
              </a:ext>
            </a:extLst>
          </p:cNvPr>
          <p:cNvSpPr txBox="1"/>
          <p:nvPr/>
        </p:nvSpPr>
        <p:spPr>
          <a:xfrm>
            <a:off x="8322733" y="2476500"/>
            <a:ext cx="3183466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F2A3A"/>
                </a:solidFill>
              </a:rPr>
              <a:t>위기 구간별로</a:t>
            </a:r>
            <a:r>
              <a:rPr lang="en-US" altLang="ko-KR" sz="1400" dirty="0">
                <a:solidFill>
                  <a:srgbClr val="1F2A3A"/>
                </a:solidFill>
              </a:rPr>
              <a:t>, </a:t>
            </a:r>
            <a:r>
              <a:rPr lang="ko-KR" altLang="en-US" sz="1400" dirty="0">
                <a:solidFill>
                  <a:srgbClr val="1F2A3A"/>
                </a:solidFill>
              </a:rPr>
              <a:t>최적의 정보 집합이 다름</a:t>
            </a:r>
            <a:endParaRPr lang="en-US" altLang="ko-KR" sz="1400" dirty="0">
              <a:solidFill>
                <a:srgbClr val="1F2A3A"/>
              </a:solidFill>
            </a:endParaRPr>
          </a:p>
          <a:p>
            <a:pPr algn="l"/>
            <a:endParaRPr lang="en-US" altLang="ko-KR" sz="1400" dirty="0">
              <a:solidFill>
                <a:srgbClr val="1F2A3A"/>
              </a:solidFill>
            </a:endParaRPr>
          </a:p>
          <a:p>
            <a:pPr algn="l"/>
            <a:r>
              <a:rPr lang="ko-KR" altLang="en-US" sz="1400" dirty="0">
                <a:solidFill>
                  <a:srgbClr val="1F2A3A"/>
                </a:solidFill>
              </a:rPr>
              <a:t>이는</a:t>
            </a:r>
            <a:r>
              <a:rPr lang="en-US" altLang="ko-KR" sz="1400" dirty="0">
                <a:solidFill>
                  <a:srgbClr val="1F2A3A"/>
                </a:solidFill>
              </a:rPr>
              <a:t>, </a:t>
            </a:r>
            <a:r>
              <a:rPr lang="ko-KR" altLang="en-US" sz="1400" dirty="0">
                <a:solidFill>
                  <a:srgbClr val="1F2A3A"/>
                </a:solidFill>
              </a:rPr>
              <a:t>어떤 위기 국면에</a:t>
            </a:r>
            <a:r>
              <a:rPr lang="en-US" altLang="ko-KR" sz="1400" dirty="0">
                <a:solidFill>
                  <a:srgbClr val="1F2A3A"/>
                </a:solidFill>
              </a:rPr>
              <a:t> </a:t>
            </a:r>
            <a:r>
              <a:rPr lang="ko-KR" altLang="en-US" sz="1400" dirty="0">
                <a:solidFill>
                  <a:srgbClr val="1F2A3A"/>
                </a:solidFill>
              </a:rPr>
              <a:t>어떤 데이터에 더 집중해야 하는지가 다를 수 있음을 의미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A281BA4-5DAB-17C4-3B5C-C94302AB68F2}"/>
              </a:ext>
            </a:extLst>
          </p:cNvPr>
          <p:cNvSpPr/>
          <p:nvPr/>
        </p:nvSpPr>
        <p:spPr>
          <a:xfrm>
            <a:off x="8271933" y="4445000"/>
            <a:ext cx="3285066" cy="1397000"/>
          </a:xfrm>
          <a:prstGeom prst="roundRect">
            <a:avLst/>
          </a:prstGeom>
          <a:solidFill>
            <a:srgbClr val="F1F5F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BF9D0B-5AE1-843F-ADDD-277B83A1B8EA}"/>
              </a:ext>
            </a:extLst>
          </p:cNvPr>
          <p:cNvSpPr txBox="1"/>
          <p:nvPr/>
        </p:nvSpPr>
        <p:spPr>
          <a:xfrm>
            <a:off x="8398933" y="4572000"/>
            <a:ext cx="3031066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2563EB"/>
                </a:solidFill>
              </a:rPr>
              <a:t>→ 시사점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CEE73-E5BD-88E5-9348-3AAF9D53FEE4}"/>
              </a:ext>
            </a:extLst>
          </p:cNvPr>
          <p:cNvSpPr txBox="1"/>
          <p:nvPr/>
        </p:nvSpPr>
        <p:spPr>
          <a:xfrm>
            <a:off x="8398933" y="4851400"/>
            <a:ext cx="3031066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475569"/>
                </a:solidFill>
              </a:rPr>
              <a:t>과거 위기 구간의 특성을 벡터 </a:t>
            </a:r>
            <a:r>
              <a:rPr lang="ko-KR" altLang="en-US" sz="1200" dirty="0" err="1">
                <a:solidFill>
                  <a:srgbClr val="475569"/>
                </a:solidFill>
              </a:rPr>
              <a:t>임베딩으로</a:t>
            </a:r>
            <a:r>
              <a:rPr lang="ko-KR" altLang="en-US" sz="1200" dirty="0">
                <a:solidFill>
                  <a:srgbClr val="475569"/>
                </a:solidFill>
              </a:rPr>
              <a:t> </a:t>
            </a:r>
            <a:r>
              <a:rPr lang="en-US" altLang="ko-KR" sz="1200" dirty="0">
                <a:solidFill>
                  <a:srgbClr val="475569"/>
                </a:solidFill>
              </a:rPr>
              <a:t>latent space</a:t>
            </a:r>
            <a:r>
              <a:rPr lang="ko-KR" altLang="en-US" sz="1200" dirty="0">
                <a:solidFill>
                  <a:srgbClr val="475569"/>
                </a:solidFill>
              </a:rPr>
              <a:t>에 매핑</a:t>
            </a:r>
            <a:r>
              <a:rPr lang="en-US" altLang="ko-KR" sz="1200" dirty="0">
                <a:solidFill>
                  <a:srgbClr val="475569"/>
                </a:solidFill>
              </a:rPr>
              <a:t>, </a:t>
            </a:r>
            <a:r>
              <a:rPr lang="ko-KR" altLang="en-US" sz="1200" dirty="0">
                <a:solidFill>
                  <a:srgbClr val="475569"/>
                </a:solidFill>
              </a:rPr>
              <a:t>새로운 위기가 터졌을 때</a:t>
            </a:r>
            <a:r>
              <a:rPr lang="en-US" altLang="ko-KR" sz="1200" dirty="0">
                <a:solidFill>
                  <a:srgbClr val="475569"/>
                </a:solidFill>
              </a:rPr>
              <a:t>, </a:t>
            </a:r>
            <a:r>
              <a:rPr lang="ko-KR" altLang="en-US" sz="1200" dirty="0">
                <a:solidFill>
                  <a:srgbClr val="475569"/>
                </a:solidFill>
              </a:rPr>
              <a:t>해당 위기의 데이터를 벡터 </a:t>
            </a:r>
            <a:r>
              <a:rPr lang="ko-KR" altLang="en-US" sz="1200" dirty="0" err="1">
                <a:solidFill>
                  <a:srgbClr val="475569"/>
                </a:solidFill>
              </a:rPr>
              <a:t>임베딩</a:t>
            </a:r>
            <a:r>
              <a:rPr lang="ko-KR" altLang="en-US" sz="1200" dirty="0">
                <a:solidFill>
                  <a:srgbClr val="475569"/>
                </a:solidFill>
              </a:rPr>
              <a:t> 하여 </a:t>
            </a:r>
            <a:r>
              <a:rPr lang="en-US" altLang="ko-KR" sz="1200" dirty="0">
                <a:solidFill>
                  <a:srgbClr val="475569"/>
                </a:solidFill>
              </a:rPr>
              <a:t>Cosine </a:t>
            </a:r>
            <a:r>
              <a:rPr lang="ko-KR" altLang="en-US" sz="1200" dirty="0">
                <a:solidFill>
                  <a:srgbClr val="475569"/>
                </a:solidFill>
              </a:rPr>
              <a:t>유사도를 측정하는 방법 가능</a:t>
            </a:r>
          </a:p>
        </p:txBody>
      </p:sp>
    </p:spTree>
    <p:extLst>
      <p:ext uri="{BB962C8B-B14F-4D97-AF65-F5344CB8AC3E}">
        <p14:creationId xmlns:p14="http://schemas.microsoft.com/office/powerpoint/2010/main" val="3439439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S&amp;P 500 (US)  / 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Tier 효과 — Core(10) → Momentum(14) → Extended(28)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5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Momentum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Extended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Core-&gt;Mom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Mom-&gt;Ext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Core-&gt;Ext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0.280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-0.7%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0.237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0.373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0.342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0.327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-0.031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-0.015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-12.3%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Best ML = 5 모델(Ridge / EN / Huber / LGBM / XGB) 중 최저 RMSE_CV.  Δ는 다음 tier 추가 효과 (음수 = 개선).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S&amp;P 500 (US)  /  expanding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Tier 효과 — Core(10) → Momentum(14) → Extended(28)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5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Momentum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Extended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Core-&gt;Mom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Mom-&gt;Ext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Core-&gt;Ext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0.270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-3.2%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+0.4%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0.235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0.236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-1.3%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0.339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0.326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0.301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-0.013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-0.025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-11.2%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Best ML = 5 모델(Ridge / EN / Huber / LGBM / XGB) 중 최저 RMSE_CV.  Δ는 다음 tier 추가 효과 (음수 = 개선).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KOSPI (KR)  / 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Tier 효과 — Core(10) → Momentum(14) → Extended(28)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5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Momentum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Extended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Core-&gt;Mom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Mom-&gt;Ext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Core-&gt;Ext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0.201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-2.0%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0.248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-2.0%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0.222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0.226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0.207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-6.8%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0.250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Best ML = 5 모델(Ridge / EN / Huber / LGBM / XGB) 중 최저 RMSE_CV.  Δ는 다음 tier 추가 효과 (음수 = 개선).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KOSPI (KR)  /  expanding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Tier 효과 — Core(10) → Momentum(14) → Extended(28)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5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Momentum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Extended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Core-&gt;Mom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Mom-&gt;Ext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Core-&gt;Ext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0.192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0.188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-2.1%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0.278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0.244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0.265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-0.034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+0.021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-4.7%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0.211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Best ML = 5 모델(Ridge / EN / Huber / LGBM / XGB) 중 최저 RMSE_CV.  Δ는 다음 tier 추가 효과 (음수 = 개선).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Nikkei 225 (JP)  / 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Tier 효과 — Core(10) → Momentum(14) → Extended(28)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5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Momentum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Extended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Core-&gt;Mom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Mom-&gt;Ext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Core-&gt;Ext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0.249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-0.4%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0.157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0.158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0.164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+4.5%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0.202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0.289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-1.4%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Best ML = 5 모델(Ridge / EN / Huber / LGBM / XGB) 중 최저 RMSE_CV.  Δ는 다음 tier 추가 효과 (음수 = 개선).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Nikkei 225 (JP)  /  expanding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Tier 효과 — Core(10) → Momentum(14) → Extended(28)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2009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57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구간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Momentum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Extended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Core-&gt;Mom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 Mom-&gt;Ext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Core-&gt;Ext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평시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0.238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-3.3%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9·11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0.156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0.156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0.160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+2.6%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GFC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0.211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-0.5%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A"/>
                          </a:solidFill>
                          <a:latin typeface="Calibri"/>
                        </a:rPr>
                        <a:t>COVID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0.292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3A5F"/>
                          </a:solidFill>
                          <a:latin typeface="Consolas"/>
                        </a:rPr>
                        <a:t>0.275</a:t>
                      </a:r>
                    </a:p>
                  </a:txBody>
                  <a:tcPr>
                    <a:solidFill>
                      <a:srgbClr val="D7E9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0.284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-0.017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+0.009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A3A"/>
                          </a:solidFill>
                          <a:latin typeface="Consolas"/>
                        </a:rPr>
                        <a:t>-2.7%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26364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Best ML = 5 모델(Ridge / EN / Huber / LGBM / XGB) 중 최저 RMSE_CV.  Δ는 다음 tier 추가 효과 (음수 = 개선).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F2A3A"/>
                </a:solidFill>
                <a:latin typeface="Calibri"/>
              </a:rPr>
              <a:t>Next Steps — 다음 단계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딥러닝 모형 도입 + 자체 신경망 구조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다음 주부터 도입 예정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3035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3A"/>
                </a:solidFill>
                <a:latin typeface="Calibri"/>
              </a:rPr>
              <a:t>·  CNN  (Convolutional Neural Network)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3A"/>
                </a:solidFill>
                <a:latin typeface="Calibri"/>
              </a:rPr>
              <a:t>·  LSTM  (Long Short-Term Memory)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3A"/>
                </a:solidFill>
                <a:latin typeface="Calibri"/>
              </a:rPr>
              <a:t>·  Transformer  (Self-attention 기반)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3A"/>
                </a:solidFill>
                <a:latin typeface="Calibri"/>
              </a:rPr>
              <a:t>·  자체 Deep Learning 모델  (FINTEL 설계)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58642" y="1508760"/>
            <a:ext cx="4722099" cy="4055364"/>
          </a:xfrm>
          <a:prstGeom prst="rect">
            <a:avLst/>
          </a:prstGeom>
          <a:solidFill>
            <a:srgbClr val="E8EEF4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20508" y="176640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자체 Deep Learning 모델 — 핵심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0508" y="2223602"/>
            <a:ext cx="4572000" cy="25442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1F2A3A"/>
                </a:solidFill>
                <a:latin typeface="Calibri"/>
              </a:rPr>
              <a:t>선행연구를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반영한</a:t>
            </a:r>
            <a:endParaRPr sz="12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1F2A3A"/>
                </a:solidFill>
                <a:latin typeface="Calibri"/>
              </a:rPr>
              <a:t>그룹구조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신경망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(Group-Structured NN)</a:t>
            </a:r>
          </a:p>
          <a:p>
            <a:pPr algn="l">
              <a:spcAft>
                <a:spcPts val="400"/>
              </a:spcAft>
            </a:pPr>
            <a:endParaRPr sz="12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F2A3A"/>
                </a:solidFill>
                <a:latin typeface="Calibri"/>
              </a:rPr>
              <a:t>· Feature를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의미별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그룹으로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분리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학습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: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F2A3A"/>
                </a:solidFill>
                <a:latin typeface="Calibri"/>
              </a:rPr>
              <a:t>    Core (RV/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수익률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) · Momentum · Macro · Spillover</a:t>
            </a:r>
          </a:p>
          <a:p>
            <a:pPr algn="l">
              <a:spcAft>
                <a:spcPts val="400"/>
              </a:spcAft>
            </a:pPr>
            <a:endParaRPr sz="12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F2A3A"/>
                </a:solidFill>
                <a:latin typeface="Calibri"/>
              </a:rPr>
              <a:t>· 각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그룹별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sub-network →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후단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통합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layer</a:t>
            </a:r>
          </a:p>
          <a:p>
            <a:pPr algn="l">
              <a:spcAft>
                <a:spcPts val="400"/>
              </a:spcAft>
            </a:pPr>
            <a:endParaRPr sz="12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F2A3A"/>
                </a:solidFill>
                <a:latin typeface="Calibri"/>
              </a:rPr>
              <a:t>·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기대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효과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: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F2A3A"/>
                </a:solidFill>
                <a:latin typeface="Calibri"/>
              </a:rPr>
              <a:t>    – feature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그룹별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dynamics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명시적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분리</a:t>
            </a:r>
            <a:endParaRPr sz="1200" b="0" dirty="0">
              <a:solidFill>
                <a:srgbClr val="1F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1F2A3A"/>
                </a:solidFill>
                <a:latin typeface="Calibri"/>
              </a:rPr>
              <a:t>    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–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해석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가능성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향상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(</a:t>
            </a:r>
            <a:r>
              <a:rPr sz="1200" b="0" dirty="0" err="1">
                <a:solidFill>
                  <a:srgbClr val="1F2A3A"/>
                </a:solidFill>
                <a:latin typeface="Calibri"/>
              </a:rPr>
              <a:t>그룹별</a:t>
            </a:r>
            <a:r>
              <a:rPr sz="1200" b="0" dirty="0">
                <a:solidFill>
                  <a:srgbClr val="1F2A3A"/>
                </a:solidFill>
                <a:latin typeface="Calibri"/>
              </a:rPr>
              <a:t> contribution)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 / 18</a:t>
            </a:r>
          </a:p>
        </p:txBody>
      </p:sp>
      <p:pic>
        <p:nvPicPr>
          <p:cNvPr id="15" name="그림 14" descr="The image depicts a structured neural network diagram, showing various sub-networks such as Core, Momentum, Macro, and Spillover, each with different input and output features, and connections leading to a final prediction layer.&#10;&#10;AI 생성 콘텐츠는 정확하지 않을 수 있습니다.">
            <a:extLst>
              <a:ext uri="{FF2B5EF4-FFF2-40B4-BE49-F238E27FC236}">
                <a16:creationId xmlns:a16="http://schemas.microsoft.com/office/drawing/2014/main" id="{7B075E61-8AE9-A233-A26C-D7F2F247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3424260"/>
            <a:ext cx="6389502" cy="1938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A3728B5-D646-4AB1-AA9B-E5E5248A6E8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b64ae37-927b-4899-8cd2-c993e23d246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2295</Words>
  <Application>Microsoft Office PowerPoint</Application>
  <PresentationFormat>와이드스크린</PresentationFormat>
  <Paragraphs>704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희석 황</cp:lastModifiedBy>
  <cp:revision>1</cp:revision>
  <dcterms:created xsi:type="dcterms:W3CDTF">2013-01-27T09:14:16Z</dcterms:created>
  <dcterms:modified xsi:type="dcterms:W3CDTF">2026-04-30T09:59:57Z</dcterms:modified>
  <cp:category/>
</cp:coreProperties>
</file>